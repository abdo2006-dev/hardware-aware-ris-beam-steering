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cf41ec4dae401c" /><Relationship Type="http://schemas.openxmlformats.org/officeDocument/2006/relationships/extended-properties" Target="/docProps/app.xml" Id="Re4b442b2419c4aff" /><Relationship Type="http://schemas.openxmlformats.org/officeDocument/2006/relationships/officeDocument" Target="/ppt/presentation.xml" Id="R8e573f3b23b94ca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ffad48f7b94ab0"/>
  </p:sldMasterIdLst>
  <p:notesMasterIdLst>
    <p:notesMasterId xmlns:r="http://schemas.openxmlformats.org/officeDocument/2006/relationships" r:id="R1bd5352df71d46ae"/>
  </p:notesMasterIdLst>
  <p:sldIdLst>
    <p:sldId xmlns:r="http://schemas.openxmlformats.org/officeDocument/2006/relationships" id="256" r:id="R4cbed3dd8e7f443c"/>
    <p:sldId xmlns:r="http://schemas.openxmlformats.org/officeDocument/2006/relationships" id="257" r:id="Rf6bb4d0f32884bfb"/>
    <p:sldId xmlns:r="http://schemas.openxmlformats.org/officeDocument/2006/relationships" id="258" r:id="Rc5d3014b8a934307"/>
    <p:sldId xmlns:r="http://schemas.openxmlformats.org/officeDocument/2006/relationships" id="259" r:id="R6679983d6021404f"/>
    <p:sldId xmlns:r="http://schemas.openxmlformats.org/officeDocument/2006/relationships" id="260" r:id="R174f89b5909e4bee"/>
    <p:sldId xmlns:r="http://schemas.openxmlformats.org/officeDocument/2006/relationships" id="261" r:id="R07fd25a1ba9543b0"/>
    <p:sldId xmlns:r="http://schemas.openxmlformats.org/officeDocument/2006/relationships" id="262" r:id="R7baeb4a9d2274213"/>
    <p:sldId xmlns:r="http://schemas.openxmlformats.org/officeDocument/2006/relationships" id="263" r:id="R36b7e0ae762c4ede"/>
    <p:sldId xmlns:r="http://schemas.openxmlformats.org/officeDocument/2006/relationships" id="264" r:id="R3bbe0a443f204f2a"/>
    <p:sldId xmlns:r="http://schemas.openxmlformats.org/officeDocument/2006/relationships" id="265" r:id="R428af119c66943c6"/>
    <p:sldId xmlns:r="http://schemas.openxmlformats.org/officeDocument/2006/relationships" id="266" r:id="R57a1e3b693e4497b"/>
    <p:sldId xmlns:r="http://schemas.openxmlformats.org/officeDocument/2006/relationships" id="267" r:id="Reab4530f60a94b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65205d17cd34996" /><Relationship Type="http://schemas.openxmlformats.org/officeDocument/2006/relationships/slideMaster" Target="/ppt/slideMasters/slideMaster1.xml" Id="Racffad48f7b94ab0" /><Relationship Type="http://schemas.openxmlformats.org/officeDocument/2006/relationships/notesMaster" Target="/ppt/notesMasters/notesMaster1.xml" Id="R1bd5352df71d46ae" /><Relationship Type="http://schemas.openxmlformats.org/officeDocument/2006/relationships/presProps" Target="/ppt/presProps.xml" Id="R1844fc4392e6442b" /><Relationship Type="http://schemas.openxmlformats.org/officeDocument/2006/relationships/tableStyles" Target="/ppt/tableStyles.xml" Id="R7f32e04a1f9a4ab7" /><Relationship Type="http://schemas.openxmlformats.org/officeDocument/2006/relationships/slide" Target="/ppt/slides/slide1.xml" Id="R4cbed3dd8e7f443c" /><Relationship Type="http://schemas.openxmlformats.org/officeDocument/2006/relationships/slide" Target="/ppt/slides/slide2.xml" Id="Rf6bb4d0f32884bfb" /><Relationship Type="http://schemas.openxmlformats.org/officeDocument/2006/relationships/slide" Target="/ppt/slides/slide3.xml" Id="Rc5d3014b8a934307" /><Relationship Type="http://schemas.openxmlformats.org/officeDocument/2006/relationships/slide" Target="/ppt/slides/slide4.xml" Id="R6679983d6021404f" /><Relationship Type="http://schemas.openxmlformats.org/officeDocument/2006/relationships/slide" Target="/ppt/slides/slide5.xml" Id="R174f89b5909e4bee" /><Relationship Type="http://schemas.openxmlformats.org/officeDocument/2006/relationships/slide" Target="/ppt/slides/slide6.xml" Id="R07fd25a1ba9543b0" /><Relationship Type="http://schemas.openxmlformats.org/officeDocument/2006/relationships/slide" Target="/ppt/slides/slide7.xml" Id="R7baeb4a9d2274213" /><Relationship Type="http://schemas.openxmlformats.org/officeDocument/2006/relationships/slide" Target="/ppt/slides/slide8.xml" Id="R36b7e0ae762c4ede" /><Relationship Type="http://schemas.openxmlformats.org/officeDocument/2006/relationships/slide" Target="/ppt/slides/slide9.xml" Id="R3bbe0a443f204f2a" /><Relationship Type="http://schemas.openxmlformats.org/officeDocument/2006/relationships/slide" Target="/ppt/slides/slide10.xml" Id="R428af119c66943c6" /><Relationship Type="http://schemas.openxmlformats.org/officeDocument/2006/relationships/slide" Target="/ppt/slides/slide11.xml" Id="R57a1e3b693e4497b" /><Relationship Type="http://schemas.openxmlformats.org/officeDocument/2006/relationships/slide" Target="/ppt/slides/slide12.xml" Id="Reab4530f60a94b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6863d873254b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b865e7d7d4f70" /><Relationship Type="http://schemas.openxmlformats.org/officeDocument/2006/relationships/notesMaster" Target="/ppt/notesMasters/notesMaster1.xml" Id="R08a5fc89f8ad4c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33c22fd4b74912" /><Relationship Type="http://schemas.openxmlformats.org/officeDocument/2006/relationships/notesMaster" Target="/ppt/notesMasters/notesMaster1.xml" Id="R4d4b48b6399f42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dc0577e0033416b" /><Relationship Type="http://schemas.openxmlformats.org/officeDocument/2006/relationships/notesMaster" Target="/ppt/notesMasters/notesMaster1.xml" Id="Rf42280acb5b7471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c8616c4cf84de3" /><Relationship Type="http://schemas.openxmlformats.org/officeDocument/2006/relationships/notesMaster" Target="/ppt/notesMasters/notesMaster1.xml" Id="Rcb8cfc8abb214f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3afa6b665aa4ec4" /><Relationship Type="http://schemas.openxmlformats.org/officeDocument/2006/relationships/notesMaster" Target="/ppt/notesMasters/notesMaster1.xml" Id="R2412b048e3ae4c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ab83e5b0d4222" /><Relationship Type="http://schemas.openxmlformats.org/officeDocument/2006/relationships/notesMaster" Target="/ppt/notesMasters/notesMaster1.xml" Id="Rc50b1cbde35349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95986986fd4d28" /><Relationship Type="http://schemas.openxmlformats.org/officeDocument/2006/relationships/notesMaster" Target="/ppt/notesMasters/notesMaster1.xml" Id="Rb1a84094a4714ec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2489addb33a4dc8" /><Relationship Type="http://schemas.openxmlformats.org/officeDocument/2006/relationships/notesMaster" Target="/ppt/notesMasters/notesMaster1.xml" Id="R2b7a8901544949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92bf332fca45f4" /><Relationship Type="http://schemas.openxmlformats.org/officeDocument/2006/relationships/notesMaster" Target="/ppt/notesMasters/notesMaster1.xml" Id="R37ca3ff437a441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e92bee8cbd4381" /><Relationship Type="http://schemas.openxmlformats.org/officeDocument/2006/relationships/notesMaster" Target="/ppt/notesMasters/notesMaster1.xml" Id="R2ddd222583d34e9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1e0fa67b34b4515" /><Relationship Type="http://schemas.openxmlformats.org/officeDocument/2006/relationships/notesMaster" Target="/ppt/notesMasters/notesMaster1.xml" Id="Rd2fc9dd2467a4a1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a6d106d3034527" /><Relationship Type="http://schemas.openxmlformats.org/officeDocument/2006/relationships/notesMaster" Target="/ppt/notesMasters/notesMaster1.xml" Id="R63dd12e77f8643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Computational research status report. Actual CST simulations and analytical software tests are distinguished from unresolved paper reproduction. Reference: https://arxiv.org/abs/2508.07098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results/validated_v2/tests.json; cst/experiments; results/cst_diagnostics. No hardware measurements or 20x20 full-wave reproduction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exports: D006 connected perspective and D009 original topology XY view at copper midplane. The two views intentionally show different controlled topologies, clearly captioned. Side-section export fitting remains a display limitation.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paper Fig.1 and Table I. Model evidence: cst/experiments/*/model_history.bas. Detailed mapping and qualifications: docs/CST_PHYSICAL_AUDIT.md.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results D003-D006. Source: results/cst_diagnostics/open_short_comparison.csv. Mode 1 phase changes 0.001509 / 0.002820 degrees; mode 2 changes 8.456462 / 10.107570 degrees. Polarization and numerical refinement remain separate gates.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Test source: results/validated_v2/tests.json. Export checks: results/cst_diagnostics/manifest.json. Eq.1 phase alignment gives magnitude 400 versus 8.051739918 under the printed Eq.6 rule with the same channel definitions. This is a convention inconsistency, not a statement about the authors implementation.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supplied Goshu et al. paper Fig.2. Generator tools/digitize_figure2.py records PDF hash and calibration. CSV data/paper_digitized_reference/reflection_states.csv. This is approximate published data, not simulated hardware.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results/validated_v2/paper_digitized_reference/principal_cut.csv, generated by matlab/ris_array_model.m. Negative signed angle uses opposite azimuth. Power normalization |AF|^2/400^2. No element pattern, coupling, efficiency or RCS.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approximate data: results/validated_v2/paper_digitized_reference/array_factor_metrics.csv. Actual strict CST data: cst_strict_mode1_provisional and cst_strict_mode2_provisional in the same results version. All power ratios share the ideal coherent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Generator matlab/run_impedance_example.m. Eq.7: H=-zRS (ZSS+Zload)^-1 zST, y0=1 and ZRT=0. Positive-definite real part, reciprocal matrix and direct algebraic residual tests. Self 50+j20 ohm; adjacent mutual 5+j12 ohm. These are assumed values, not CST extraction.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results/cst_diagnostics/adaptive_mesh_history.csv and simulation_summary.csv. Solver completion is distinct from project acceptance. The single-frequency result does not establish 24-30 GHz broadband convergence.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CV: Developed and tested a reproducible MATLAB study of nonideal binary RIS states and performed CST 2023 periodic unit-cell load diagnostics, complex S-parameter export and mesh-refinement investigations. No validated physical hardware or full-wave finite-array reproduction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e24b5a13094a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e0ef39a4e94a5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25285fee90477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7cb6654fc2435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6207c75b4a45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de2cd6f09c40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746CAE0-FE64-4F87-ADD5-739E54AD85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45A71FC-495D-4836-B189-23B1363ACC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FD85044-8096-4282-B9BB-94681EFAFE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5AF79FA-3B62-4768-96DB-72870CA845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71E5D9F-7A78-471F-A191-F869E1FF70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32C4978-9DD5-4880-B882-8AB6854596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72569D-1904-4D17-90D7-9E7EA51219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961BBB9-15BE-45C2-8158-F261576B8DB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5A4BD44-6D09-4D30-9720-51BEA141F3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2B07DB9-206A-44B4-BFC4-1CD95AEF789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dec3335ba5431b" /><Relationship Type="http://schemas.openxmlformats.org/officeDocument/2006/relationships/slideLayout" Target="/ppt/slideLayouts/slideLayout1.xml" Id="R72e954407c9c42f1" /><Relationship Type="http://schemas.openxmlformats.org/officeDocument/2006/relationships/slideLayout" Target="/ppt/slideLayouts/slideLayout2.xml" Id="R7be226ca3bf84c60" /><Relationship Type="http://schemas.openxmlformats.org/officeDocument/2006/relationships/slideLayout" Target="/ppt/slideLayouts/slideLayout3.xml" Id="Rdd60adbd9b344652" /><Relationship Type="http://schemas.openxmlformats.org/officeDocument/2006/relationships/slideLayout" Target="/ppt/slideLayouts/slideLayout4.xml" Id="Rfff0e1845da24bb3" /><Relationship Type="http://schemas.openxmlformats.org/officeDocument/2006/relationships/slideLayout" Target="/ppt/slideLayouts/slideLayout5.xml" Id="R50a708a7ee634ba7" /><Relationship Type="http://schemas.openxmlformats.org/officeDocument/2006/relationships/slideLayout" Target="/ppt/slideLayouts/slideLayout6.xml" Id="R7c2dc3c0f0b6475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2e954407c9c42f1"/>
    <p:sldLayoutId xmlns:r="http://schemas.openxmlformats.org/officeDocument/2006/relationships" id="2147483650" r:id="R7be226ca3bf84c60"/>
    <p:sldLayoutId xmlns:r="http://schemas.openxmlformats.org/officeDocument/2006/relationships" id="2147483651" r:id="Rdd60adbd9b344652"/>
    <p:sldLayoutId xmlns:r="http://schemas.openxmlformats.org/officeDocument/2006/relationships" id="2147483652" r:id="Rfff0e1845da24bb3"/>
    <p:sldLayoutId xmlns:r="http://schemas.openxmlformats.org/officeDocument/2006/relationships" id="2147483653" r:id="R50a708a7ee634ba7"/>
    <p:sldLayoutId xmlns:r="http://schemas.openxmlformats.org/officeDocument/2006/relationships" id="2147483654" r:id="R7c2dc3c0f0b6475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e46150f3e8410b" /><Relationship Type="http://schemas.openxmlformats.org/officeDocument/2006/relationships/notesSlide" Target="/ppt/notesSlides/notesSlide1.xml" Id="R4013fc8615c8418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277b2051e74e27" /><Relationship Type="http://schemas.openxmlformats.org/officeDocument/2006/relationships/notesSlide" Target="/ppt/notesSlides/notesSlide2.xml" Id="R2be8ef79b93b4e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e0ca470a68476d" /><Relationship Type="http://schemas.openxmlformats.org/officeDocument/2006/relationships/image" Target="/ppt/media/image.png" Id="R5b0f4fe39e5d48d9" /><Relationship Type="http://schemas.openxmlformats.org/officeDocument/2006/relationships/image" Target="/ppt/media/image2.png" Id="R75a382bd2c7b4da1" /><Relationship Type="http://schemas.openxmlformats.org/officeDocument/2006/relationships/notesSlide" Target="/ppt/notesSlides/notesSlide3.xml" Id="R01256546615f4e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db7747eca345b5" /><Relationship Type="http://schemas.openxmlformats.org/officeDocument/2006/relationships/notesSlide" Target="/ppt/notesSlides/notesSlide4.xml" Id="Rfc5384bdbc29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38af23d1da4fac" /><Relationship Type="http://schemas.openxmlformats.org/officeDocument/2006/relationships/chart" Target="/ppt/slides/charts/chart1.xml" Id="R1992307990a648d3" /><Relationship Type="http://schemas.openxmlformats.org/officeDocument/2006/relationships/notesSlide" Target="/ppt/notesSlides/notesSlide5.xml" Id="R789f1c5a99be4f0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d9067a65ad048e9" /><Relationship Type="http://schemas.openxmlformats.org/officeDocument/2006/relationships/notesSlide" Target="/ppt/notesSlides/notesSlide6.xml" Id="Re9cb6fecb56b42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5b865f68e34e42" /><Relationship Type="http://schemas.openxmlformats.org/officeDocument/2006/relationships/chart" Target="/ppt/slides/charts/chart2.xml" Id="R49c040b0800c4c31" /><Relationship Type="http://schemas.openxmlformats.org/officeDocument/2006/relationships/notesSlide" Target="/ppt/notesSlides/notesSlide7.xml" Id="R6ef40e310a164a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c6b14794704eba" /><Relationship Type="http://schemas.openxmlformats.org/officeDocument/2006/relationships/chart" Target="/ppt/slides/charts/chart3.xml" Id="Rfb27644419a043f6" /><Relationship Type="http://schemas.openxmlformats.org/officeDocument/2006/relationships/notesSlide" Target="/ppt/notesSlides/notesSlide8.xml" Id="R6bd984290f3b4b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4fd994a25649f4" /><Relationship Type="http://schemas.openxmlformats.org/officeDocument/2006/relationships/notesSlide" Target="/ppt/notesSlides/notesSlide9.xml" Id="Rc9edbeb1d38947f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4a2fbb4e2640e4" /><Relationship Type="http://schemas.openxmlformats.org/officeDocument/2006/relationships/chart" Target="/ppt/slides/charts/chart4.xml" Id="Ra3e3ee8c568f473a" /><Relationship Type="http://schemas.openxmlformats.org/officeDocument/2006/relationships/notesSlide" Target="/ppt/notesSlides/notesSlide10.xml" Id="Rbf2820dc28654f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1ceeffa2b94a8f" /><Relationship Type="http://schemas.openxmlformats.org/officeDocument/2006/relationships/notesSlide" Target="/ppt/notesSlides/notesSlide11.xml" Id="R84ca5920c2f149c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b9f294569054cc0" /><Relationship Type="http://schemas.openxmlformats.org/officeDocument/2006/relationships/notesSlide" Target="/ppt/notesSlides/notesSlide12.xml" Id="R5705e1f5dc9a430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Floquet mode 1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Lit>
              <c:ptCount val="2"/>
              <c:pt idx="0">
                <c:v>Original topology</c:v>
              </c:pt>
              <c:pt idx="1">
                <c:v>Added connections</c:v>
              </c:pt>
            </c:strLit>
          </c:cat>
          <c:val>
            <c:numLit>
              <c:formatCode>General</c:formatCode>
              <c:ptCount val="2"/>
              <c:pt idx="0">
                <c:v>0.0015090344090482079</c:v>
              </c:pt>
              <c:pt idx="1">
                <c:v>0.0028197834651208873</c:v>
              </c:pt>
            </c:numLit>
          </c:val>
        </c:ser>
        <c:ser>
          <c:idx val="1"/>
          <c:order val="1"/>
          <c:tx>
            <c:v>Floquet mode 2</c:v>
          </c:tx>
          <c:spPr>
            <a:solidFill xmlns:a="http://schemas.openxmlformats.org/drawingml/2006/main">
              <a:srgbClr val="D17C17"/>
            </a:solidFill>
          </c:spPr>
          <c:invertIfNegative val="0"/>
          <c:cat>
            <c:strLit>
              <c:ptCount val="2"/>
              <c:pt idx="0">
                <c:v>Original topology</c:v>
              </c:pt>
              <c:pt idx="1">
                <c:v>Added connections</c:v>
              </c:pt>
            </c:strLit>
          </c:cat>
          <c:val>
            <c:numLit>
              <c:formatCode>General</c:formatCode>
              <c:ptCount val="2"/>
              <c:pt idx="0">
                <c:v>8.456462473458966</c:v>
              </c:pt>
              <c:pt idx="1">
                <c:v>10.10757038602461</c:v>
              </c:pt>
            </c:numLit>
          </c:val>
        </c:ser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Open / short phase change (degrees)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Paper ON (approx.)</c:v>
          </c:tx>
          <c:spPr>
            <a:ln xmlns:a="http://schemas.openxmlformats.org/drawingml/2006/main" w="23813">
              <a:solidFill>
                <a:srgbClr val="087F8C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60"/>
              <c:pt idx="0">
                <c:v>24.1</c:v>
              </c:pt>
              <c:pt idx="1">
                <c:v>24.200000000000003</c:v>
              </c:pt>
              <c:pt idx="2">
                <c:v>24.300000000000004</c:v>
              </c:pt>
              <c:pt idx="3">
                <c:v>24.400000000000006</c:v>
              </c:pt>
              <c:pt idx="4">
                <c:v>24.500000000000007</c:v>
              </c:pt>
              <c:pt idx="5">
                <c:v>24.60000000000001</c:v>
              </c:pt>
              <c:pt idx="6">
                <c:v>24.70000000000001</c:v>
              </c:pt>
              <c:pt idx="7">
                <c:v>24.80000000000001</c:v>
              </c:pt>
              <c:pt idx="8">
                <c:v>24.900000000000013</c:v>
              </c:pt>
              <c:pt idx="9">
                <c:v>25.000000000000014</c:v>
              </c:pt>
              <c:pt idx="10">
                <c:v>25.100000000000016</c:v>
              </c:pt>
              <c:pt idx="11">
                <c:v>25.200000000000017</c:v>
              </c:pt>
              <c:pt idx="12">
                <c:v>25.30000000000002</c:v>
              </c:pt>
              <c:pt idx="13">
                <c:v>25.40000000000002</c:v>
              </c:pt>
              <c:pt idx="14">
                <c:v>25.50000000000002</c:v>
              </c:pt>
              <c:pt idx="15">
                <c:v>25.600000000000023</c:v>
              </c:pt>
              <c:pt idx="16">
                <c:v>25.700000000000024</c:v>
              </c:pt>
              <c:pt idx="17">
                <c:v>25.800000000000026</c:v>
              </c:pt>
              <c:pt idx="18">
                <c:v>25.900000000000027</c:v>
              </c:pt>
              <c:pt idx="19">
                <c:v>26.00000000000003</c:v>
              </c:pt>
              <c:pt idx="20">
                <c:v>26.10000000000003</c:v>
              </c:pt>
              <c:pt idx="21">
                <c:v>26.168</c:v>
              </c:pt>
              <c:pt idx="22">
                <c:v>26.20000000000003</c:v>
              </c:pt>
              <c:pt idx="23">
                <c:v>26.300000000000033</c:v>
              </c:pt>
              <c:pt idx="24">
                <c:v>26.400000000000034</c:v>
              </c:pt>
              <c:pt idx="25">
                <c:v>26.500000000000036</c:v>
              </c:pt>
              <c:pt idx="26">
                <c:v>26.600000000000037</c:v>
              </c:pt>
              <c:pt idx="27">
                <c:v>26.70000000000004</c:v>
              </c:pt>
              <c:pt idx="28">
                <c:v>26.80000000000004</c:v>
              </c:pt>
              <c:pt idx="29">
                <c:v>26.90000000000004</c:v>
              </c:pt>
              <c:pt idx="30">
                <c:v>27.000000000000043</c:v>
              </c:pt>
              <c:pt idx="31">
                <c:v>27.100000000000044</c:v>
              </c:pt>
              <c:pt idx="32">
                <c:v>27.200000000000045</c:v>
              </c:pt>
              <c:pt idx="33">
                <c:v>27.300000000000047</c:v>
              </c:pt>
              <c:pt idx="34">
                <c:v>27.40000000000005</c:v>
              </c:pt>
              <c:pt idx="35">
                <c:v>27.50000000000005</c:v>
              </c:pt>
              <c:pt idx="36">
                <c:v>27.60000000000005</c:v>
              </c:pt>
              <c:pt idx="37">
                <c:v>27.700000000000053</c:v>
              </c:pt>
              <c:pt idx="38">
                <c:v>27.800000000000054</c:v>
              </c:pt>
              <c:pt idx="39">
                <c:v>27.900000000000055</c:v>
              </c:pt>
              <c:pt idx="40">
                <c:v>28.000000000000057</c:v>
              </c:pt>
              <c:pt idx="41">
                <c:v>28.10000000000006</c:v>
              </c:pt>
              <c:pt idx="42">
                <c:v>28.20000000000006</c:v>
              </c:pt>
              <c:pt idx="43">
                <c:v>28.30000000000006</c:v>
              </c:pt>
              <c:pt idx="44">
                <c:v>28.400000000000063</c:v>
              </c:pt>
              <c:pt idx="45">
                <c:v>28.500000000000064</c:v>
              </c:pt>
              <c:pt idx="46">
                <c:v>28.600000000000065</c:v>
              </c:pt>
              <c:pt idx="47">
                <c:v>28.700000000000067</c:v>
              </c:pt>
              <c:pt idx="48">
                <c:v>28.800000000000068</c:v>
              </c:pt>
              <c:pt idx="49">
                <c:v>28.90000000000007</c:v>
              </c:pt>
              <c:pt idx="50">
                <c:v>29.00000000000007</c:v>
              </c:pt>
              <c:pt idx="51">
                <c:v>29.100000000000072</c:v>
              </c:pt>
              <c:pt idx="52">
                <c:v>29.200000000000074</c:v>
              </c:pt>
              <c:pt idx="53">
                <c:v>29.300000000000075</c:v>
              </c:pt>
              <c:pt idx="54">
                <c:v>29.400000000000077</c:v>
              </c:pt>
              <c:pt idx="55">
                <c:v>29.500000000000078</c:v>
              </c:pt>
              <c:pt idx="56">
                <c:v>29.60000000000008</c:v>
              </c:pt>
              <c:pt idx="57">
                <c:v>29.70000000000008</c:v>
              </c:pt>
              <c:pt idx="58">
                <c:v>29.800000000000082</c:v>
              </c:pt>
              <c:pt idx="59">
                <c:v>29.900000000000084</c:v>
              </c:pt>
            </c:numLit>
          </c:xVal>
          <c:yVal>
            <c:numLit>
              <c:formatCode>0.0</c:formatCode>
              <c:ptCount val="60"/>
              <c:pt idx="0">
                <c:v>0.8850335703001581</c:v>
              </c:pt>
              <c:pt idx="1">
                <c:v>0.8886690363349133</c:v>
              </c:pt>
              <c:pt idx="2">
                <c:v>0.8930094786729857</c:v>
              </c:pt>
              <c:pt idx="3">
                <c:v>0.8975987361769355</c:v>
              </c:pt>
              <c:pt idx="4">
                <c:v>0.9028238546603484</c:v>
              </c:pt>
              <c:pt idx="5">
                <c:v>0.9079383886255924</c:v>
              </c:pt>
              <c:pt idx="6">
                <c:v>0.9129146919431279</c:v>
              </c:pt>
              <c:pt idx="7">
                <c:v>0.918001579778832</c:v>
              </c:pt>
              <c:pt idx="8">
                <c:v>0.9236137440758307</c:v>
              </c:pt>
              <c:pt idx="9">
                <c:v>0.9285347551342819</c:v>
              </c:pt>
              <c:pt idx="10">
                <c:v>0.9328199052132702</c:v>
              </c:pt>
              <c:pt idx="11">
                <c:v>0.9369668246445497</c:v>
              </c:pt>
              <c:pt idx="12">
                <c:v>0.9410999210110594</c:v>
              </c:pt>
              <c:pt idx="13">
                <c:v>0.9447353870458146</c:v>
              </c:pt>
              <c:pt idx="14">
                <c:v>0.9477488151658768</c:v>
              </c:pt>
              <c:pt idx="15">
                <c:v>0.9510663507109005</c:v>
              </c:pt>
              <c:pt idx="16">
                <c:v>0.9535545023696682</c:v>
              </c:pt>
              <c:pt idx="17">
                <c:v>0.9567890995260677</c:v>
              </c:pt>
              <c:pt idx="18">
                <c:v>0.9587657977883112</c:v>
              </c:pt>
              <c:pt idx="19">
                <c:v>0.9610189573459715</c:v>
              </c:pt>
              <c:pt idx="20">
                <c:v>0.9626777251184834</c:v>
              </c:pt>
              <c:pt idx="21">
                <c:v>0.9638311216429699</c:v>
              </c:pt>
              <c:pt idx="22">
                <c:v>0.9651658767772512</c:v>
              </c:pt>
              <c:pt idx="23">
                <c:v>0.966824644549763</c:v>
              </c:pt>
              <c:pt idx="24">
                <c:v>0.9684834123222749</c:v>
              </c:pt>
              <c:pt idx="25">
                <c:v>0.9693127962085308</c:v>
              </c:pt>
              <c:pt idx="26">
                <c:v>0.9709715639810427</c:v>
              </c:pt>
              <c:pt idx="27">
                <c:v>0.9720912322274902</c:v>
              </c:pt>
              <c:pt idx="28">
                <c:v>0.9732385466034775</c:v>
              </c:pt>
              <c:pt idx="29">
                <c:v>0.9742890995260663</c:v>
              </c:pt>
              <c:pt idx="30">
                <c:v>0.9755331753554525</c:v>
              </c:pt>
              <c:pt idx="31">
                <c:v>0.9767772511848342</c:v>
              </c:pt>
              <c:pt idx="32">
                <c:v>0.97760663507109</c:v>
              </c:pt>
              <c:pt idx="33">
                <c:v>0.978436018957346</c:v>
              </c:pt>
              <c:pt idx="34">
                <c:v>0.9792654028436019</c:v>
              </c:pt>
              <c:pt idx="35">
                <c:v>0.9792654028436019</c:v>
              </c:pt>
              <c:pt idx="36">
                <c:v>0.9800947867298578</c:v>
              </c:pt>
              <c:pt idx="37">
                <c:v>0.9809241706161137</c:v>
              </c:pt>
              <c:pt idx="38">
                <c:v>0.9809241706161137</c:v>
              </c:pt>
              <c:pt idx="39">
                <c:v>0.9817535545023697</c:v>
              </c:pt>
              <c:pt idx="40">
                <c:v>0.9825829383886255</c:v>
              </c:pt>
              <c:pt idx="41">
                <c:v>0.9825829383886255</c:v>
              </c:pt>
              <c:pt idx="42">
                <c:v>0.9834123222748815</c:v>
              </c:pt>
              <c:pt idx="43">
                <c:v>0.9834123222748815</c:v>
              </c:pt>
              <c:pt idx="44">
                <c:v>0.9849605055292292</c:v>
              </c:pt>
              <c:pt idx="45">
                <c:v>0.9850710900473933</c:v>
              </c:pt>
              <c:pt idx="46">
                <c:v>0.9850710900473933</c:v>
              </c:pt>
              <c:pt idx="47">
                <c:v>0.9850710900473933</c:v>
              </c:pt>
              <c:pt idx="48">
                <c:v>0.9850710900473933</c:v>
              </c:pt>
              <c:pt idx="49">
                <c:v>0.985720774091631</c:v>
              </c:pt>
              <c:pt idx="50">
                <c:v>0.9865916271721922</c:v>
              </c:pt>
              <c:pt idx="51">
                <c:v>0.9867298578199052</c:v>
              </c:pt>
              <c:pt idx="52">
                <c:v>0.9867298578199052</c:v>
              </c:pt>
              <c:pt idx="53">
                <c:v>0.9875592417061612</c:v>
              </c:pt>
              <c:pt idx="54">
                <c:v>0.9875592417061612</c:v>
              </c:pt>
              <c:pt idx="55">
                <c:v>0.9875592417061612</c:v>
              </c:pt>
              <c:pt idx="56">
                <c:v>0.9875592417061612</c:v>
              </c:pt>
              <c:pt idx="57">
                <c:v>0.988388625592417</c:v>
              </c:pt>
              <c:pt idx="58">
                <c:v>0.988388625592417</c:v>
              </c:pt>
              <c:pt idx="59">
                <c:v>0.988388625592417</c:v>
              </c:pt>
            </c:numLit>
          </c:yVal>
        </c:ser>
        <c:ser>
          <c:idx val="1"/>
          <c:order val="1"/>
          <c:tx>
            <c:v>Paper OFF (approx.)</c:v>
          </c:tx>
          <c:spPr>
            <a:ln xmlns:a="http://schemas.openxmlformats.org/drawingml/2006/main" w="23813">
              <a:solidFill>
                <a:srgbClr val="D17C1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60"/>
              <c:pt idx="0">
                <c:v>24.1</c:v>
              </c:pt>
              <c:pt idx="1">
                <c:v>24.200000000000003</c:v>
              </c:pt>
              <c:pt idx="2">
                <c:v>24.300000000000004</c:v>
              </c:pt>
              <c:pt idx="3">
                <c:v>24.400000000000006</c:v>
              </c:pt>
              <c:pt idx="4">
                <c:v>24.500000000000007</c:v>
              </c:pt>
              <c:pt idx="5">
                <c:v>24.60000000000001</c:v>
              </c:pt>
              <c:pt idx="6">
                <c:v>24.70000000000001</c:v>
              </c:pt>
              <c:pt idx="7">
                <c:v>24.80000000000001</c:v>
              </c:pt>
              <c:pt idx="8">
                <c:v>24.900000000000013</c:v>
              </c:pt>
              <c:pt idx="9">
                <c:v>25.000000000000014</c:v>
              </c:pt>
              <c:pt idx="10">
                <c:v>25.100000000000016</c:v>
              </c:pt>
              <c:pt idx="11">
                <c:v>25.200000000000017</c:v>
              </c:pt>
              <c:pt idx="12">
                <c:v>25.30000000000002</c:v>
              </c:pt>
              <c:pt idx="13">
                <c:v>25.40000000000002</c:v>
              </c:pt>
              <c:pt idx="14">
                <c:v>25.50000000000002</c:v>
              </c:pt>
              <c:pt idx="15">
                <c:v>25.600000000000023</c:v>
              </c:pt>
              <c:pt idx="16">
                <c:v>25.700000000000024</c:v>
              </c:pt>
              <c:pt idx="17">
                <c:v>25.800000000000026</c:v>
              </c:pt>
              <c:pt idx="18">
                <c:v>25.900000000000027</c:v>
              </c:pt>
              <c:pt idx="19">
                <c:v>26.00000000000003</c:v>
              </c:pt>
              <c:pt idx="20">
                <c:v>26.10000000000003</c:v>
              </c:pt>
              <c:pt idx="21">
                <c:v>26.168</c:v>
              </c:pt>
              <c:pt idx="22">
                <c:v>26.20000000000003</c:v>
              </c:pt>
              <c:pt idx="23">
                <c:v>26.300000000000033</c:v>
              </c:pt>
              <c:pt idx="24">
                <c:v>26.400000000000034</c:v>
              </c:pt>
              <c:pt idx="25">
                <c:v>26.500000000000036</c:v>
              </c:pt>
              <c:pt idx="26">
                <c:v>26.600000000000037</c:v>
              </c:pt>
              <c:pt idx="27">
                <c:v>26.70000000000004</c:v>
              </c:pt>
              <c:pt idx="28">
                <c:v>26.80000000000004</c:v>
              </c:pt>
              <c:pt idx="29">
                <c:v>26.90000000000004</c:v>
              </c:pt>
              <c:pt idx="30">
                <c:v>27.000000000000043</c:v>
              </c:pt>
              <c:pt idx="31">
                <c:v>27.100000000000044</c:v>
              </c:pt>
              <c:pt idx="32">
                <c:v>27.200000000000045</c:v>
              </c:pt>
              <c:pt idx="33">
                <c:v>27.300000000000047</c:v>
              </c:pt>
              <c:pt idx="34">
                <c:v>27.40000000000005</c:v>
              </c:pt>
              <c:pt idx="35">
                <c:v>27.50000000000005</c:v>
              </c:pt>
              <c:pt idx="36">
                <c:v>27.60000000000005</c:v>
              </c:pt>
              <c:pt idx="37">
                <c:v>27.700000000000053</c:v>
              </c:pt>
              <c:pt idx="38">
                <c:v>27.800000000000054</c:v>
              </c:pt>
              <c:pt idx="39">
                <c:v>27.900000000000055</c:v>
              </c:pt>
              <c:pt idx="40">
                <c:v>28.000000000000057</c:v>
              </c:pt>
              <c:pt idx="41">
                <c:v>28.10000000000006</c:v>
              </c:pt>
              <c:pt idx="42">
                <c:v>28.20000000000006</c:v>
              </c:pt>
              <c:pt idx="43">
                <c:v>28.30000000000006</c:v>
              </c:pt>
              <c:pt idx="44">
                <c:v>28.400000000000063</c:v>
              </c:pt>
              <c:pt idx="45">
                <c:v>28.500000000000064</c:v>
              </c:pt>
              <c:pt idx="46">
                <c:v>28.600000000000065</c:v>
              </c:pt>
              <c:pt idx="47">
                <c:v>28.700000000000067</c:v>
              </c:pt>
              <c:pt idx="48">
                <c:v>28.800000000000068</c:v>
              </c:pt>
              <c:pt idx="49">
                <c:v>28.90000000000007</c:v>
              </c:pt>
              <c:pt idx="50">
                <c:v>29.00000000000007</c:v>
              </c:pt>
              <c:pt idx="51">
                <c:v>29.100000000000072</c:v>
              </c:pt>
              <c:pt idx="52">
                <c:v>29.200000000000074</c:v>
              </c:pt>
              <c:pt idx="53">
                <c:v>29.300000000000075</c:v>
              </c:pt>
              <c:pt idx="54">
                <c:v>29.400000000000077</c:v>
              </c:pt>
              <c:pt idx="55">
                <c:v>29.500000000000078</c:v>
              </c:pt>
              <c:pt idx="56">
                <c:v>29.60000000000008</c:v>
              </c:pt>
              <c:pt idx="57">
                <c:v>29.70000000000008</c:v>
              </c:pt>
              <c:pt idx="58">
                <c:v>29.800000000000082</c:v>
              </c:pt>
              <c:pt idx="59">
                <c:v>29.900000000000084</c:v>
              </c:pt>
            </c:numLit>
          </c:xVal>
          <c:yVal>
            <c:numLit>
              <c:formatCode>0.0</c:formatCode>
              <c:ptCount val="60"/>
              <c:pt idx="0">
                <c:v>0.9510663507109005</c:v>
              </c:pt>
              <c:pt idx="1">
                <c:v>0.9494075829383887</c:v>
              </c:pt>
              <c:pt idx="2">
                <c:v>0.9477488151658768</c:v>
              </c:pt>
              <c:pt idx="3">
                <c:v>0.944431279620853</c:v>
              </c:pt>
              <c:pt idx="4">
                <c:v>0.9427725118483412</c:v>
              </c:pt>
              <c:pt idx="5">
                <c:v>0.9394549763033175</c:v>
              </c:pt>
              <c:pt idx="6">
                <c:v>0.9361374407582939</c:v>
              </c:pt>
              <c:pt idx="7">
                <c:v>0.9311611374407583</c:v>
              </c:pt>
              <c:pt idx="8">
                <c:v>0.9270142180094787</c:v>
              </c:pt>
              <c:pt idx="9">
                <c:v>0.9212085308056872</c:v>
              </c:pt>
              <c:pt idx="10">
                <c:v>0.9145734597156399</c:v>
              </c:pt>
              <c:pt idx="11">
                <c:v>0.9069431279620835</c:v>
              </c:pt>
              <c:pt idx="12">
                <c:v>0.8980134281200614</c:v>
              </c:pt>
              <c:pt idx="13">
                <c:v>0.8885584518167446</c:v>
              </c:pt>
              <c:pt idx="14">
                <c:v>0.878287914691942</c:v>
              </c:pt>
              <c:pt idx="15">
                <c:v>0.8644786729857784</c:v>
              </c:pt>
              <c:pt idx="16">
                <c:v>0.8490244865718773</c:v>
              </c:pt>
              <c:pt idx="17">
                <c:v>0.8326303317535518</c:v>
              </c:pt>
              <c:pt idx="18">
                <c:v>0.8120892575039464</c:v>
              </c:pt>
              <c:pt idx="19">
                <c:v>0.7918246445497585</c:v>
              </c:pt>
              <c:pt idx="20">
                <c:v>0.7675651658767689</c:v>
              </c:pt>
              <c:pt idx="21">
                <c:v>0.7520529225908378</c:v>
              </c:pt>
              <c:pt idx="22">
                <c:v>0.7457109004739239</c:v>
              </c:pt>
              <c:pt idx="23">
                <c:v>0.7220872827804018</c:v>
              </c:pt>
              <c:pt idx="24">
                <c:v>0.7025829383886203</c:v>
              </c:pt>
              <c:pt idx="25">
                <c:v>0.6880134281200594</c:v>
              </c:pt>
              <c:pt idx="26">
                <c:v>0.682345971563981</c:v>
              </c:pt>
              <c:pt idx="27">
                <c:v>0.6851244075829405</c:v>
              </c:pt>
              <c:pt idx="28">
                <c:v>0.6960031595576661</c:v>
              </c:pt>
              <c:pt idx="29">
                <c:v>0.713420221169045</c:v>
              </c:pt>
              <c:pt idx="30">
                <c:v>0.7345971563981133</c:v>
              </c:pt>
              <c:pt idx="31">
                <c:v>0.7583590047393435</c:v>
              </c:pt>
              <c:pt idx="32">
                <c:v>0.7829778830963787</c:v>
              </c:pt>
              <c:pt idx="33">
                <c:v>0.8055924170616212</c:v>
              </c:pt>
              <c:pt idx="34">
                <c:v>0.8259399684044338</c:v>
              </c:pt>
              <c:pt idx="35">
                <c:v>0.8451125592417139</c:v>
              </c:pt>
              <c:pt idx="36">
                <c:v>0.8618246445497713</c:v>
              </c:pt>
              <c:pt idx="37">
                <c:v>0.8760485781990603</c:v>
              </c:pt>
              <c:pt idx="38">
                <c:v>0.8889731437598793</c:v>
              </c:pt>
              <c:pt idx="39">
                <c:v>0.8996030805687233</c:v>
              </c:pt>
              <c:pt idx="40">
                <c:v>0.90904423380727</c:v>
              </c:pt>
              <c:pt idx="41">
                <c:v>0.9178909952606635</c:v>
              </c:pt>
              <c:pt idx="42">
                <c:v>0.9261848341232227</c:v>
              </c:pt>
              <c:pt idx="43">
                <c:v>0.9315620063191186</c:v>
              </c:pt>
              <c:pt idx="44">
                <c:v>0.9375750394944774</c:v>
              </c:pt>
              <c:pt idx="45">
                <c:v>0.9415284360189641</c:v>
              </c:pt>
              <c:pt idx="46">
                <c:v>0.9474447077409198</c:v>
              </c:pt>
              <c:pt idx="47">
                <c:v>0.950250789889419</c:v>
              </c:pt>
              <c:pt idx="48">
                <c:v>0.9533886255924242</c:v>
              </c:pt>
              <c:pt idx="49">
                <c:v>0.956042654028436</c:v>
              </c:pt>
              <c:pt idx="50">
                <c:v>0.9594984202211727</c:v>
              </c:pt>
              <c:pt idx="51">
                <c:v>0.962304502369672</c:v>
              </c:pt>
              <c:pt idx="52">
                <c:v>0.9642812006319152</c:v>
              </c:pt>
              <c:pt idx="53">
                <c:v>0.9659952606635072</c:v>
              </c:pt>
              <c:pt idx="54">
                <c:v>0.9682345971564021</c:v>
              </c:pt>
              <c:pt idx="55">
                <c:v>0.9693819115323896</c:v>
              </c:pt>
              <c:pt idx="56">
                <c:v>0.9709715639810427</c:v>
              </c:pt>
              <c:pt idx="57">
                <c:v>0.9725059241706203</c:v>
              </c:pt>
              <c:pt idx="58">
                <c:v>0.9742890995260663</c:v>
              </c:pt>
              <c:pt idx="59">
                <c:v>0.9742890995260663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0.6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Reflection magnitude</a:t>
                </a:r>
              </a:p>
            </c:rich>
          </c:tx>
          <c:overlay val="0"/>
        </c:title>
        <c:numFmt formatCode="0.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At val="0.6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Frequency (GHz)</a:t>
                </a:r>
              </a:p>
            </c:rich>
          </c:tx>
          <c:overlay val="0"/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At val="24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04A60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Ideal continuous</c:v>
          </c:tx>
          <c:spPr>
            <a:ln xmlns:a="http://schemas.openxmlformats.org/drawingml/2006/main" w="23813">
              <a:solidFill>
                <a:srgbClr val="087F8C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-90</c:v>
              </c:pt>
              <c:pt idx="1">
                <c:v>-89</c:v>
              </c:pt>
              <c:pt idx="2">
                <c:v>-88</c:v>
              </c:pt>
              <c:pt idx="3">
                <c:v>-87</c:v>
              </c:pt>
              <c:pt idx="4">
                <c:v>-86</c:v>
              </c:pt>
              <c:pt idx="5">
                <c:v>-85</c:v>
              </c:pt>
              <c:pt idx="6">
                <c:v>-84</c:v>
              </c:pt>
              <c:pt idx="7">
                <c:v>-83</c:v>
              </c:pt>
              <c:pt idx="8">
                <c:v>-82</c:v>
              </c:pt>
              <c:pt idx="9">
                <c:v>-81</c:v>
              </c:pt>
              <c:pt idx="10">
                <c:v>-80</c:v>
              </c:pt>
              <c:pt idx="11">
                <c:v>-79</c:v>
              </c:pt>
              <c:pt idx="12">
                <c:v>-78</c:v>
              </c:pt>
              <c:pt idx="13">
                <c:v>-77</c:v>
              </c:pt>
              <c:pt idx="14">
                <c:v>-76</c:v>
              </c:pt>
              <c:pt idx="15">
                <c:v>-75</c:v>
              </c:pt>
              <c:pt idx="16">
                <c:v>-74</c:v>
              </c:pt>
              <c:pt idx="17">
                <c:v>-73</c:v>
              </c:pt>
              <c:pt idx="18">
                <c:v>-72</c:v>
              </c:pt>
              <c:pt idx="19">
                <c:v>-71</c:v>
              </c:pt>
              <c:pt idx="20">
                <c:v>-70</c:v>
              </c:pt>
              <c:pt idx="21">
                <c:v>-69</c:v>
              </c:pt>
              <c:pt idx="22">
                <c:v>-68</c:v>
              </c:pt>
              <c:pt idx="23">
                <c:v>-67</c:v>
              </c:pt>
              <c:pt idx="24">
                <c:v>-66</c:v>
              </c:pt>
              <c:pt idx="25">
                <c:v>-65</c:v>
              </c:pt>
              <c:pt idx="26">
                <c:v>-64</c:v>
              </c:pt>
              <c:pt idx="27">
                <c:v>-63</c:v>
              </c:pt>
              <c:pt idx="28">
                <c:v>-62</c:v>
              </c:pt>
              <c:pt idx="29">
                <c:v>-61</c:v>
              </c:pt>
              <c:pt idx="30">
                <c:v>-60</c:v>
              </c:pt>
              <c:pt idx="31">
                <c:v>-59</c:v>
              </c:pt>
              <c:pt idx="32">
                <c:v>-58</c:v>
              </c:pt>
              <c:pt idx="33">
                <c:v>-57</c:v>
              </c:pt>
              <c:pt idx="34">
                <c:v>-56</c:v>
              </c:pt>
              <c:pt idx="35">
                <c:v>-55</c:v>
              </c:pt>
              <c:pt idx="36">
                <c:v>-54</c:v>
              </c:pt>
              <c:pt idx="37">
                <c:v>-53</c:v>
              </c:pt>
              <c:pt idx="38">
                <c:v>-52</c:v>
              </c:pt>
              <c:pt idx="39">
                <c:v>-51</c:v>
              </c:pt>
              <c:pt idx="40">
                <c:v>-50</c:v>
              </c:pt>
              <c:pt idx="41">
                <c:v>-49</c:v>
              </c:pt>
              <c:pt idx="42">
                <c:v>-48</c:v>
              </c:pt>
              <c:pt idx="43">
                <c:v>-47</c:v>
              </c:pt>
              <c:pt idx="44">
                <c:v>-46</c:v>
              </c:pt>
              <c:pt idx="45">
                <c:v>-45</c:v>
              </c:pt>
              <c:pt idx="46">
                <c:v>-44</c:v>
              </c:pt>
              <c:pt idx="47">
                <c:v>-43</c:v>
              </c:pt>
              <c:pt idx="48">
                <c:v>-42</c:v>
              </c:pt>
              <c:pt idx="49">
                <c:v>-41</c:v>
              </c:pt>
              <c:pt idx="50">
                <c:v>-40</c:v>
              </c:pt>
              <c:pt idx="51">
                <c:v>-39</c:v>
              </c:pt>
              <c:pt idx="52">
                <c:v>-38</c:v>
              </c:pt>
              <c:pt idx="53">
                <c:v>-37</c:v>
              </c:pt>
              <c:pt idx="54">
                <c:v>-36</c:v>
              </c:pt>
              <c:pt idx="55">
                <c:v>-35</c:v>
              </c:pt>
              <c:pt idx="56">
                <c:v>-34</c:v>
              </c:pt>
              <c:pt idx="57">
                <c:v>-33</c:v>
              </c:pt>
              <c:pt idx="58">
                <c:v>-32</c:v>
              </c:pt>
              <c:pt idx="59">
                <c:v>-31</c:v>
              </c:pt>
              <c:pt idx="60">
                <c:v>-30</c:v>
              </c:pt>
              <c:pt idx="61">
                <c:v>-29</c:v>
              </c:pt>
              <c:pt idx="62">
                <c:v>-28</c:v>
              </c:pt>
              <c:pt idx="63">
                <c:v>-27</c:v>
              </c:pt>
              <c:pt idx="64">
                <c:v>-26</c:v>
              </c:pt>
              <c:pt idx="65">
                <c:v>-25</c:v>
              </c:pt>
              <c:pt idx="66">
                <c:v>-24</c:v>
              </c:pt>
              <c:pt idx="67">
                <c:v>-23</c:v>
              </c:pt>
              <c:pt idx="68">
                <c:v>-22</c:v>
              </c:pt>
              <c:pt idx="69">
                <c:v>-21</c:v>
              </c:pt>
              <c:pt idx="70">
                <c:v>-20</c:v>
              </c:pt>
              <c:pt idx="71">
                <c:v>-19</c:v>
              </c:pt>
              <c:pt idx="72">
                <c:v>-18</c:v>
              </c:pt>
              <c:pt idx="73">
                <c:v>-17</c:v>
              </c:pt>
              <c:pt idx="74">
                <c:v>-16</c:v>
              </c:pt>
              <c:pt idx="75">
                <c:v>-15</c:v>
              </c:pt>
              <c:pt idx="76">
                <c:v>-14</c:v>
              </c:pt>
              <c:pt idx="77">
                <c:v>-13</c:v>
              </c:pt>
              <c:pt idx="78">
                <c:v>-12</c:v>
              </c:pt>
              <c:pt idx="79">
                <c:v>-11</c:v>
              </c:pt>
              <c:pt idx="80">
                <c:v>-10</c:v>
              </c:pt>
              <c:pt idx="81">
                <c:v>-9</c:v>
              </c:pt>
              <c:pt idx="82">
                <c:v>-8</c:v>
              </c:pt>
              <c:pt idx="83">
                <c:v>-7</c:v>
              </c:pt>
              <c:pt idx="84">
                <c:v>-6</c:v>
              </c:pt>
              <c:pt idx="85">
                <c:v>-5</c:v>
              </c:pt>
              <c:pt idx="86">
                <c:v>-4</c:v>
              </c:pt>
              <c:pt idx="87">
                <c:v>-3</c:v>
              </c:pt>
              <c:pt idx="88">
                <c:v>-2</c:v>
              </c:pt>
              <c:pt idx="89">
                <c:v>-1</c:v>
              </c:pt>
              <c:pt idx="90">
                <c:v>0</c:v>
              </c:pt>
              <c:pt idx="91">
                <c:v>1</c:v>
              </c:pt>
              <c:pt idx="92">
                <c:v>2</c:v>
              </c:pt>
              <c:pt idx="93">
                <c:v>3</c:v>
              </c:pt>
              <c:pt idx="94">
                <c:v>4</c:v>
              </c:pt>
              <c:pt idx="95">
                <c:v>5</c:v>
              </c:pt>
              <c:pt idx="96">
                <c:v>6</c:v>
              </c:pt>
              <c:pt idx="97">
                <c:v>7</c:v>
              </c:pt>
              <c:pt idx="98">
                <c:v>8</c:v>
              </c:pt>
              <c:pt idx="99">
                <c:v>9</c:v>
              </c:pt>
              <c:pt idx="100">
                <c:v>10</c:v>
              </c:pt>
              <c:pt idx="101">
                <c:v>11</c:v>
              </c:pt>
              <c:pt idx="102">
                <c:v>12</c:v>
              </c:pt>
              <c:pt idx="103">
                <c:v>13</c:v>
              </c:pt>
              <c:pt idx="104">
                <c:v>14</c:v>
              </c:pt>
              <c:pt idx="105">
                <c:v>15</c:v>
              </c:pt>
              <c:pt idx="106">
                <c:v>16</c:v>
              </c:pt>
              <c:pt idx="107">
                <c:v>17</c:v>
              </c:pt>
              <c:pt idx="108">
                <c:v>18</c:v>
              </c:pt>
              <c:pt idx="109">
                <c:v>19</c:v>
              </c:pt>
              <c:pt idx="110">
                <c:v>20</c:v>
              </c:pt>
              <c:pt idx="111">
                <c:v>21</c:v>
              </c:pt>
              <c:pt idx="112">
                <c:v>22</c:v>
              </c:pt>
              <c:pt idx="113">
                <c:v>23</c:v>
              </c:pt>
              <c:pt idx="114">
                <c:v>24</c:v>
              </c:pt>
              <c:pt idx="115">
                <c:v>25</c:v>
              </c:pt>
              <c:pt idx="116">
                <c:v>26</c:v>
              </c:pt>
              <c:pt idx="117">
                <c:v>27</c:v>
              </c:pt>
              <c:pt idx="118">
                <c:v>28</c:v>
              </c:pt>
              <c:pt idx="119">
                <c:v>29</c:v>
              </c:pt>
              <c:pt idx="120">
                <c:v>30</c:v>
              </c:pt>
              <c:pt idx="121">
                <c:v>31</c:v>
              </c:pt>
              <c:pt idx="122">
                <c:v>32</c:v>
              </c:pt>
              <c:pt idx="123">
                <c:v>33</c:v>
              </c:pt>
              <c:pt idx="124">
                <c:v>34</c:v>
              </c:pt>
              <c:pt idx="125">
                <c:v>35</c:v>
              </c:pt>
              <c:pt idx="126">
                <c:v>36</c:v>
              </c:pt>
              <c:pt idx="127">
                <c:v>37</c:v>
              </c:pt>
              <c:pt idx="128">
                <c:v>38</c:v>
              </c:pt>
              <c:pt idx="129">
                <c:v>39</c:v>
              </c:pt>
              <c:pt idx="130">
                <c:v>40</c:v>
              </c:pt>
              <c:pt idx="131">
                <c:v>41</c:v>
              </c:pt>
              <c:pt idx="132">
                <c:v>42</c:v>
              </c:pt>
              <c:pt idx="133">
                <c:v>43</c:v>
              </c:pt>
              <c:pt idx="134">
                <c:v>44</c:v>
              </c:pt>
              <c:pt idx="135">
                <c:v>45</c:v>
              </c:pt>
              <c:pt idx="136">
                <c:v>46</c:v>
              </c:pt>
              <c:pt idx="137">
                <c:v>47</c:v>
              </c:pt>
              <c:pt idx="138">
                <c:v>48</c:v>
              </c:pt>
              <c:pt idx="139">
                <c:v>49</c:v>
              </c:pt>
              <c:pt idx="140">
                <c:v>50</c:v>
              </c:pt>
              <c:pt idx="141">
                <c:v>51</c:v>
              </c:pt>
              <c:pt idx="142">
                <c:v>52</c:v>
              </c:pt>
              <c:pt idx="143">
                <c:v>53</c:v>
              </c:pt>
              <c:pt idx="144">
                <c:v>54</c:v>
              </c:pt>
              <c:pt idx="145">
                <c:v>55</c:v>
              </c:pt>
              <c:pt idx="146">
                <c:v>56</c:v>
              </c:pt>
              <c:pt idx="147">
                <c:v>57</c:v>
              </c:pt>
              <c:pt idx="148">
                <c:v>58</c:v>
              </c:pt>
              <c:pt idx="149">
                <c:v>59</c:v>
              </c:pt>
              <c:pt idx="150">
                <c:v>60</c:v>
              </c:pt>
              <c:pt idx="151">
                <c:v>61</c:v>
              </c:pt>
              <c:pt idx="152">
                <c:v>62</c:v>
              </c:pt>
              <c:pt idx="153">
                <c:v>63</c:v>
              </c:pt>
              <c:pt idx="154">
                <c:v>64</c:v>
              </c:pt>
              <c:pt idx="155">
                <c:v>65</c:v>
              </c:pt>
              <c:pt idx="156">
                <c:v>66</c:v>
              </c:pt>
              <c:pt idx="157">
                <c:v>67</c:v>
              </c:pt>
              <c:pt idx="158">
                <c:v>68</c:v>
              </c:pt>
              <c:pt idx="159">
                <c:v>69</c:v>
              </c:pt>
              <c:pt idx="160">
                <c:v>70</c:v>
              </c:pt>
              <c:pt idx="161">
                <c:v>71</c:v>
              </c:pt>
              <c:pt idx="162">
                <c:v>72</c:v>
              </c:pt>
              <c:pt idx="163">
                <c:v>73</c:v>
              </c:pt>
              <c:pt idx="164">
                <c:v>74</c:v>
              </c:pt>
              <c:pt idx="165">
                <c:v>75</c:v>
              </c:pt>
              <c:pt idx="166">
                <c:v>76</c:v>
              </c:pt>
              <c:pt idx="167">
                <c:v>77</c:v>
              </c:pt>
              <c:pt idx="168">
                <c:v>78</c:v>
              </c:pt>
              <c:pt idx="169">
                <c:v>79</c:v>
              </c:pt>
              <c:pt idx="170">
                <c:v>80</c:v>
              </c:pt>
              <c:pt idx="171">
                <c:v>81</c:v>
              </c:pt>
              <c:pt idx="172">
                <c:v>82</c:v>
              </c:pt>
              <c:pt idx="173">
                <c:v>83</c:v>
              </c:pt>
              <c:pt idx="174">
                <c:v>84</c:v>
              </c:pt>
              <c:pt idx="175">
                <c:v>85</c:v>
              </c:pt>
              <c:pt idx="176">
                <c:v>86</c:v>
              </c:pt>
              <c:pt idx="177">
                <c:v>87</c:v>
              </c:pt>
              <c:pt idx="178">
                <c:v>88</c:v>
              </c:pt>
              <c:pt idx="179">
                <c:v>89</c:v>
              </c:pt>
              <c:pt idx="180">
                <c:v>90</c:v>
              </c:pt>
            </c:numLit>
          </c:xVal>
          <c:yVal>
            <c:numLit>
              <c:formatCode>0</c:formatCode>
              <c:ptCount val="181"/>
              <c:pt idx="0">
                <c:v>-45</c:v>
              </c:pt>
              <c:pt idx="1">
                <c:v>-45</c:v>
              </c:pt>
              <c:pt idx="2">
                <c:v>-45</c:v>
              </c:pt>
              <c:pt idx="3">
                <c:v>-45</c:v>
              </c:pt>
              <c:pt idx="4">
                <c:v>-45</c:v>
              </c:pt>
              <c:pt idx="5">
                <c:v>-45</c:v>
              </c:pt>
              <c:pt idx="6">
                <c:v>-45</c:v>
              </c:pt>
              <c:pt idx="7">
                <c:v>-45</c:v>
              </c:pt>
              <c:pt idx="8">
                <c:v>-45</c:v>
              </c:pt>
              <c:pt idx="9">
                <c:v>-45</c:v>
              </c:pt>
              <c:pt idx="10">
                <c:v>-45</c:v>
              </c:pt>
              <c:pt idx="11">
                <c:v>-45</c:v>
              </c:pt>
              <c:pt idx="12">
                <c:v>-45</c:v>
              </c:pt>
              <c:pt idx="13">
                <c:v>-45</c:v>
              </c:pt>
              <c:pt idx="14">
                <c:v>-45</c:v>
              </c:pt>
              <c:pt idx="15">
                <c:v>-45</c:v>
              </c:pt>
              <c:pt idx="16">
                <c:v>-45</c:v>
              </c:pt>
              <c:pt idx="17">
                <c:v>-45</c:v>
              </c:pt>
              <c:pt idx="18">
                <c:v>-45</c:v>
              </c:pt>
              <c:pt idx="19">
                <c:v>-45</c:v>
              </c:pt>
              <c:pt idx="20">
                <c:v>-45</c:v>
              </c:pt>
              <c:pt idx="21">
                <c:v>-45</c:v>
              </c:pt>
              <c:pt idx="22">
                <c:v>-45</c:v>
              </c:pt>
              <c:pt idx="23">
                <c:v>-45</c:v>
              </c:pt>
              <c:pt idx="24">
                <c:v>-45</c:v>
              </c:pt>
              <c:pt idx="25">
                <c:v>-45</c:v>
              </c:pt>
              <c:pt idx="26">
                <c:v>-45</c:v>
              </c:pt>
              <c:pt idx="27">
                <c:v>-45</c:v>
              </c:pt>
              <c:pt idx="28">
                <c:v>-45</c:v>
              </c:pt>
              <c:pt idx="29">
                <c:v>-45</c:v>
              </c:pt>
              <c:pt idx="30">
                <c:v>-45</c:v>
              </c:pt>
              <c:pt idx="31">
                <c:v>-45</c:v>
              </c:pt>
              <c:pt idx="32">
                <c:v>-45</c:v>
              </c:pt>
              <c:pt idx="33">
                <c:v>-45</c:v>
              </c:pt>
              <c:pt idx="34">
                <c:v>-45</c:v>
              </c:pt>
              <c:pt idx="35">
                <c:v>-45</c:v>
              </c:pt>
              <c:pt idx="36">
                <c:v>-45</c:v>
              </c:pt>
              <c:pt idx="37">
                <c:v>-45</c:v>
              </c:pt>
              <c:pt idx="38">
                <c:v>-45</c:v>
              </c:pt>
              <c:pt idx="39">
                <c:v>-45</c:v>
              </c:pt>
              <c:pt idx="40">
                <c:v>-45</c:v>
              </c:pt>
              <c:pt idx="41">
                <c:v>-45</c:v>
              </c:pt>
              <c:pt idx="42">
                <c:v>-45</c:v>
              </c:pt>
              <c:pt idx="43">
                <c:v>-45</c:v>
              </c:pt>
              <c:pt idx="44">
                <c:v>-45</c:v>
              </c:pt>
              <c:pt idx="45">
                <c:v>-45</c:v>
              </c:pt>
              <c:pt idx="46">
                <c:v>-45</c:v>
              </c:pt>
              <c:pt idx="47">
                <c:v>-45</c:v>
              </c:pt>
              <c:pt idx="48">
                <c:v>-45</c:v>
              </c:pt>
              <c:pt idx="49">
                <c:v>-45</c:v>
              </c:pt>
              <c:pt idx="50">
                <c:v>-44.71654011673795</c:v>
              </c:pt>
              <c:pt idx="51">
                <c:v>-43.893087726802484</c:v>
              </c:pt>
              <c:pt idx="52">
                <c:v>-44.475051116908126</c:v>
              </c:pt>
              <c:pt idx="53">
                <c:v>-45</c:v>
              </c:pt>
              <c:pt idx="54">
                <c:v>-45</c:v>
              </c:pt>
              <c:pt idx="55">
                <c:v>-45</c:v>
              </c:pt>
              <c:pt idx="56">
                <c:v>-45</c:v>
              </c:pt>
              <c:pt idx="57">
                <c:v>-45</c:v>
              </c:pt>
              <c:pt idx="58">
                <c:v>-44.97275776260511</c:v>
              </c:pt>
              <c:pt idx="59">
                <c:v>-45</c:v>
              </c:pt>
              <c:pt idx="60">
                <c:v>-45</c:v>
              </c:pt>
              <c:pt idx="61">
                <c:v>-45</c:v>
              </c:pt>
              <c:pt idx="62">
                <c:v>-45</c:v>
              </c:pt>
              <c:pt idx="63">
                <c:v>-45</c:v>
              </c:pt>
              <c:pt idx="64">
                <c:v>-45</c:v>
              </c:pt>
              <c:pt idx="65">
                <c:v>-45</c:v>
              </c:pt>
              <c:pt idx="66">
                <c:v>-45</c:v>
              </c:pt>
              <c:pt idx="67">
                <c:v>-45</c:v>
              </c:pt>
              <c:pt idx="68">
                <c:v>-45</c:v>
              </c:pt>
              <c:pt idx="69">
                <c:v>-45</c:v>
              </c:pt>
              <c:pt idx="70">
                <c:v>-45</c:v>
              </c:pt>
              <c:pt idx="71">
                <c:v>-45</c:v>
              </c:pt>
              <c:pt idx="72">
                <c:v>-43.48963010636044</c:v>
              </c:pt>
              <c:pt idx="73">
                <c:v>-41.74688789472449</c:v>
              </c:pt>
              <c:pt idx="74">
                <c:v>-42.31506526963499</c:v>
              </c:pt>
              <c:pt idx="75">
                <c:v>-45</c:v>
              </c:pt>
              <c:pt idx="76">
                <c:v>-45</c:v>
              </c:pt>
              <c:pt idx="77">
                <c:v>-44.39602214964658</c:v>
              </c:pt>
              <c:pt idx="78">
                <c:v>-39.01797430999994</c:v>
              </c:pt>
              <c:pt idx="79">
                <c:v>-37.02943649887299</c:v>
              </c:pt>
              <c:pt idx="80">
                <c:v>-37.331444534128096</c:v>
              </c:pt>
              <c:pt idx="81">
                <c:v>-40.321449552748916</c:v>
              </c:pt>
              <c:pt idx="82">
                <c:v>-45</c:v>
              </c:pt>
              <c:pt idx="83">
                <c:v>-45</c:v>
              </c:pt>
              <c:pt idx="84">
                <c:v>-40.21699734109852</c:v>
              </c:pt>
              <c:pt idx="85">
                <c:v>-38.0781354698362</c:v>
              </c:pt>
              <c:pt idx="86">
                <c:v>-38.723347617338646</c:v>
              </c:pt>
              <c:pt idx="87">
                <c:v>-42.13039900584059</c:v>
              </c:pt>
              <c:pt idx="88">
                <c:v>-45</c:v>
              </c:pt>
              <c:pt idx="89">
                <c:v>-45</c:v>
              </c:pt>
              <c:pt idx="90">
                <c:v>-45</c:v>
              </c:pt>
              <c:pt idx="91">
                <c:v>-45</c:v>
              </c:pt>
              <c:pt idx="92">
                <c:v>-43.88459662823262</c:v>
              </c:pt>
              <c:pt idx="93">
                <c:v>-39.905879272109274</c:v>
              </c:pt>
              <c:pt idx="94">
                <c:v>-40.4692024935615</c:v>
              </c:pt>
              <c:pt idx="95">
                <c:v>-45</c:v>
              </c:pt>
              <c:pt idx="96">
                <c:v>-37.999481631356986</c:v>
              </c:pt>
              <c:pt idx="97">
                <c:v>-30.042984125367962</c:v>
              </c:pt>
              <c:pt idx="98">
                <c:v>-26.206709004976787</c:v>
              </c:pt>
              <c:pt idx="99">
                <c:v>-24.7810140290265</c:v>
              </c:pt>
              <c:pt idx="100">
                <c:v>-25.881121636236223</c:v>
              </c:pt>
              <c:pt idx="101">
                <c:v>-32.22308829140501</c:v>
              </c:pt>
              <c:pt idx="102">
                <c:v>-33.92618440880323</c:v>
              </c:pt>
              <c:pt idx="103">
                <c:v>-22.414311894667023</c:v>
              </c:pt>
              <c:pt idx="104">
                <c:v>-17.75373998500417</c:v>
              </c:pt>
              <c:pt idx="105">
                <c:v>-15.640737291634526</c:v>
              </c:pt>
              <c:pt idx="106">
                <c:v>-15.579708148818874</c:v>
              </c:pt>
              <c:pt idx="107">
                <c:v>-18.39414413799942</c:v>
              </c:pt>
              <c:pt idx="108">
                <c:v>-33.38055255939652</c:v>
              </c:pt>
              <c:pt idx="109">
                <c:v>-17.938719645064737</c:v>
              </c:pt>
              <c:pt idx="110">
                <c:v>-10.132755659880122</c:v>
              </c:pt>
              <c:pt idx="111">
                <c:v>-5.815299317872067</c:v>
              </c:pt>
              <c:pt idx="112">
                <c:v>-3.0546659993687184</c:v>
              </c:pt>
              <c:pt idx="113">
                <c:v>-1.2982124667264825</c:v>
              </c:pt>
              <c:pt idx="114">
                <c:v>-0.31558534417202294</c:v>
              </c:pt>
              <c:pt idx="115">
                <c:v>0</c:v>
              </c:pt>
              <c:pt idx="116">
                <c:v>-0.31045747202582674</c:v>
              </c:pt>
              <c:pt idx="117">
                <c:v>-1.2555101260383348</c:v>
              </c:pt>
              <c:pt idx="118">
                <c:v>-2.8993366868372443</c:v>
              </c:pt>
              <c:pt idx="119">
                <c:v>-5.397222812916718</c:v>
              </c:pt>
              <c:pt idx="120">
                <c:v>-9.111811920974409</c:v>
              </c:pt>
              <c:pt idx="121">
                <c:v>-15.103337766597761</c:v>
              </c:pt>
              <c:pt idx="122">
                <c:v>-30.580316569664543</c:v>
              </c:pt>
              <c:pt idx="123">
                <c:v>-22.144368154689218</c:v>
              </c:pt>
              <c:pt idx="124">
                <c:v>-16.84219179308423</c:v>
              </c:pt>
              <c:pt idx="125">
                <c:v>-15.393113226672565</c:v>
              </c:pt>
              <c:pt idx="126">
                <c:v>-15.736651531596257</c:v>
              </c:pt>
              <c:pt idx="127">
                <c:v>-17.48040194976479</c:v>
              </c:pt>
              <c:pt idx="128">
                <c:v>-20.801035772905074</c:v>
              </c:pt>
              <c:pt idx="129">
                <c:v>-26.836110374825047</c:v>
              </c:pt>
              <c:pt idx="130">
                <c:v>-45</c:v>
              </c:pt>
              <c:pt idx="131">
                <c:v>-31.106895871439036</c:v>
              </c:pt>
              <c:pt idx="132">
                <c:v>-26.32612310084909</c:v>
              </c:pt>
              <c:pt idx="133">
                <c:v>-24.86259466808788</c:v>
              </c:pt>
              <c:pt idx="134">
                <c:v>-25.01321939090203</c:v>
              </c:pt>
              <c:pt idx="135">
                <c:v>-26.364830130795177</c:v>
              </c:pt>
              <c:pt idx="136">
                <c:v>-28.89548488475731</c:v>
              </c:pt>
              <c:pt idx="137">
                <c:v>-32.94092301208293</c:v>
              </c:pt>
              <c:pt idx="138">
                <c:v>-39.840065304672386</c:v>
              </c:pt>
              <c:pt idx="139">
                <c:v>-45</c:v>
              </c:pt>
              <c:pt idx="140">
                <c:v>-43.94585825344453</c:v>
              </c:pt>
              <c:pt idx="141">
                <c:v>-40.17123030430935</c:v>
              </c:pt>
              <c:pt idx="142">
                <c:v>-39.57083536557421</c:v>
              </c:pt>
              <c:pt idx="143">
                <c:v>-40.719289889979166</c:v>
              </c:pt>
              <c:pt idx="144">
                <c:v>-43.41211879204634</c:v>
              </c:pt>
              <c:pt idx="145">
                <c:v>-45</c:v>
              </c:pt>
              <c:pt idx="146">
                <c:v>-45</c:v>
              </c:pt>
              <c:pt idx="147">
                <c:v>-45</c:v>
              </c:pt>
              <c:pt idx="148">
                <c:v>-45</c:v>
              </c:pt>
              <c:pt idx="149">
                <c:v>-45</c:v>
              </c:pt>
              <c:pt idx="150">
                <c:v>-45</c:v>
              </c:pt>
              <c:pt idx="151">
                <c:v>-45</c:v>
              </c:pt>
              <c:pt idx="152">
                <c:v>-45</c:v>
              </c:pt>
              <c:pt idx="153">
                <c:v>-44.40213402611731</c:v>
              </c:pt>
              <c:pt idx="154">
                <c:v>-41.77978155469202</c:v>
              </c:pt>
              <c:pt idx="155">
                <c:v>-40.02505168980402</c:v>
              </c:pt>
              <c:pt idx="156">
                <c:v>-38.89206871429848</c:v>
              </c:pt>
              <c:pt idx="157">
                <c:v>-38.245775723448354</c:v>
              </c:pt>
              <c:pt idx="158">
                <c:v>-38.00643267722378</c:v>
              </c:pt>
              <c:pt idx="159">
                <c:v>-38.1272381242609</c:v>
              </c:pt>
              <c:pt idx="160">
                <c:v>-38.58489473111176</c:v>
              </c:pt>
              <c:pt idx="161">
                <c:v>-39.376933196448</c:v>
              </c:pt>
              <c:pt idx="162">
                <c:v>-40.524516416272114</c:v>
              </c:pt>
              <c:pt idx="163">
                <c:v>-42.082925541984935</c:v>
              </c:pt>
              <c:pt idx="164">
                <c:v>-44.1684434062402</c:v>
              </c:pt>
              <c:pt idx="165">
                <c:v>-45</c:v>
              </c:pt>
              <c:pt idx="166">
                <c:v>-45</c:v>
              </c:pt>
              <c:pt idx="167">
                <c:v>-45</c:v>
              </c:pt>
              <c:pt idx="168">
                <c:v>-45</c:v>
              </c:pt>
              <c:pt idx="169">
                <c:v>-45</c:v>
              </c:pt>
              <c:pt idx="170">
                <c:v>-45</c:v>
              </c:pt>
              <c:pt idx="171">
                <c:v>-45</c:v>
              </c:pt>
              <c:pt idx="172">
                <c:v>-45</c:v>
              </c:pt>
              <c:pt idx="173">
                <c:v>-43.83984935784633</c:v>
              </c:pt>
              <c:pt idx="174">
                <c:v>-42.888995796267764</c:v>
              </c:pt>
              <c:pt idx="175">
                <c:v>-42.17931462970136</c:v>
              </c:pt>
              <c:pt idx="176">
                <c:v>-41.65359986628046</c:v>
              </c:pt>
              <c:pt idx="177">
                <c:v>-41.27500435290991</c:v>
              </c:pt>
              <c:pt idx="178">
                <c:v>-41.0194594503114</c:v>
              </c:pt>
              <c:pt idx="179">
                <c:v>-40.871746682995855</c:v>
              </c:pt>
              <c:pt idx="180">
                <c:v>-40.8234137212176</c:v>
              </c:pt>
            </c:numLit>
          </c:yVal>
        </c:ser>
        <c:ser>
          <c:idx val="1"/>
          <c:order val="1"/>
          <c:tx>
            <c:v>Ideal binary</c:v>
          </c:tx>
          <c:spPr>
            <a:ln xmlns:a="http://schemas.openxmlformats.org/drawingml/2006/main" w="23813">
              <a:solidFill>
                <a:srgbClr val="D17C1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-90</c:v>
              </c:pt>
              <c:pt idx="1">
                <c:v>-89</c:v>
              </c:pt>
              <c:pt idx="2">
                <c:v>-88</c:v>
              </c:pt>
              <c:pt idx="3">
                <c:v>-87</c:v>
              </c:pt>
              <c:pt idx="4">
                <c:v>-86</c:v>
              </c:pt>
              <c:pt idx="5">
                <c:v>-85</c:v>
              </c:pt>
              <c:pt idx="6">
                <c:v>-84</c:v>
              </c:pt>
              <c:pt idx="7">
                <c:v>-83</c:v>
              </c:pt>
              <c:pt idx="8">
                <c:v>-82</c:v>
              </c:pt>
              <c:pt idx="9">
                <c:v>-81</c:v>
              </c:pt>
              <c:pt idx="10">
                <c:v>-80</c:v>
              </c:pt>
              <c:pt idx="11">
                <c:v>-79</c:v>
              </c:pt>
              <c:pt idx="12">
                <c:v>-78</c:v>
              </c:pt>
              <c:pt idx="13">
                <c:v>-77</c:v>
              </c:pt>
              <c:pt idx="14">
                <c:v>-76</c:v>
              </c:pt>
              <c:pt idx="15">
                <c:v>-75</c:v>
              </c:pt>
              <c:pt idx="16">
                <c:v>-74</c:v>
              </c:pt>
              <c:pt idx="17">
                <c:v>-73</c:v>
              </c:pt>
              <c:pt idx="18">
                <c:v>-72</c:v>
              </c:pt>
              <c:pt idx="19">
                <c:v>-71</c:v>
              </c:pt>
              <c:pt idx="20">
                <c:v>-70</c:v>
              </c:pt>
              <c:pt idx="21">
                <c:v>-69</c:v>
              </c:pt>
              <c:pt idx="22">
                <c:v>-68</c:v>
              </c:pt>
              <c:pt idx="23">
                <c:v>-67</c:v>
              </c:pt>
              <c:pt idx="24">
                <c:v>-66</c:v>
              </c:pt>
              <c:pt idx="25">
                <c:v>-65</c:v>
              </c:pt>
              <c:pt idx="26">
                <c:v>-64</c:v>
              </c:pt>
              <c:pt idx="27">
                <c:v>-63</c:v>
              </c:pt>
              <c:pt idx="28">
                <c:v>-62</c:v>
              </c:pt>
              <c:pt idx="29">
                <c:v>-61</c:v>
              </c:pt>
              <c:pt idx="30">
                <c:v>-60</c:v>
              </c:pt>
              <c:pt idx="31">
                <c:v>-59</c:v>
              </c:pt>
              <c:pt idx="32">
                <c:v>-58</c:v>
              </c:pt>
              <c:pt idx="33">
                <c:v>-57</c:v>
              </c:pt>
              <c:pt idx="34">
                <c:v>-56</c:v>
              </c:pt>
              <c:pt idx="35">
                <c:v>-55</c:v>
              </c:pt>
              <c:pt idx="36">
                <c:v>-54</c:v>
              </c:pt>
              <c:pt idx="37">
                <c:v>-53</c:v>
              </c:pt>
              <c:pt idx="38">
                <c:v>-52</c:v>
              </c:pt>
              <c:pt idx="39">
                <c:v>-51</c:v>
              </c:pt>
              <c:pt idx="40">
                <c:v>-50</c:v>
              </c:pt>
              <c:pt idx="41">
                <c:v>-49</c:v>
              </c:pt>
              <c:pt idx="42">
                <c:v>-48</c:v>
              </c:pt>
              <c:pt idx="43">
                <c:v>-47</c:v>
              </c:pt>
              <c:pt idx="44">
                <c:v>-46</c:v>
              </c:pt>
              <c:pt idx="45">
                <c:v>-45</c:v>
              </c:pt>
              <c:pt idx="46">
                <c:v>-44</c:v>
              </c:pt>
              <c:pt idx="47">
                <c:v>-43</c:v>
              </c:pt>
              <c:pt idx="48">
                <c:v>-42</c:v>
              </c:pt>
              <c:pt idx="49">
                <c:v>-41</c:v>
              </c:pt>
              <c:pt idx="50">
                <c:v>-40</c:v>
              </c:pt>
              <c:pt idx="51">
                <c:v>-39</c:v>
              </c:pt>
              <c:pt idx="52">
                <c:v>-38</c:v>
              </c:pt>
              <c:pt idx="53">
                <c:v>-37</c:v>
              </c:pt>
              <c:pt idx="54">
                <c:v>-36</c:v>
              </c:pt>
              <c:pt idx="55">
                <c:v>-35</c:v>
              </c:pt>
              <c:pt idx="56">
                <c:v>-34</c:v>
              </c:pt>
              <c:pt idx="57">
                <c:v>-33</c:v>
              </c:pt>
              <c:pt idx="58">
                <c:v>-32</c:v>
              </c:pt>
              <c:pt idx="59">
                <c:v>-31</c:v>
              </c:pt>
              <c:pt idx="60">
                <c:v>-30</c:v>
              </c:pt>
              <c:pt idx="61">
                <c:v>-29</c:v>
              </c:pt>
              <c:pt idx="62">
                <c:v>-28</c:v>
              </c:pt>
              <c:pt idx="63">
                <c:v>-27</c:v>
              </c:pt>
              <c:pt idx="64">
                <c:v>-26</c:v>
              </c:pt>
              <c:pt idx="65">
                <c:v>-25</c:v>
              </c:pt>
              <c:pt idx="66">
                <c:v>-24</c:v>
              </c:pt>
              <c:pt idx="67">
                <c:v>-23</c:v>
              </c:pt>
              <c:pt idx="68">
                <c:v>-22</c:v>
              </c:pt>
              <c:pt idx="69">
                <c:v>-21</c:v>
              </c:pt>
              <c:pt idx="70">
                <c:v>-20</c:v>
              </c:pt>
              <c:pt idx="71">
                <c:v>-19</c:v>
              </c:pt>
              <c:pt idx="72">
                <c:v>-18</c:v>
              </c:pt>
              <c:pt idx="73">
                <c:v>-17</c:v>
              </c:pt>
              <c:pt idx="74">
                <c:v>-16</c:v>
              </c:pt>
              <c:pt idx="75">
                <c:v>-15</c:v>
              </c:pt>
              <c:pt idx="76">
                <c:v>-14</c:v>
              </c:pt>
              <c:pt idx="77">
                <c:v>-13</c:v>
              </c:pt>
              <c:pt idx="78">
                <c:v>-12</c:v>
              </c:pt>
              <c:pt idx="79">
                <c:v>-11</c:v>
              </c:pt>
              <c:pt idx="80">
                <c:v>-10</c:v>
              </c:pt>
              <c:pt idx="81">
                <c:v>-9</c:v>
              </c:pt>
              <c:pt idx="82">
                <c:v>-8</c:v>
              </c:pt>
              <c:pt idx="83">
                <c:v>-7</c:v>
              </c:pt>
              <c:pt idx="84">
                <c:v>-6</c:v>
              </c:pt>
              <c:pt idx="85">
                <c:v>-5</c:v>
              </c:pt>
              <c:pt idx="86">
                <c:v>-4</c:v>
              </c:pt>
              <c:pt idx="87">
                <c:v>-3</c:v>
              </c:pt>
              <c:pt idx="88">
                <c:v>-2</c:v>
              </c:pt>
              <c:pt idx="89">
                <c:v>-1</c:v>
              </c:pt>
              <c:pt idx="90">
                <c:v>0</c:v>
              </c:pt>
              <c:pt idx="91">
                <c:v>1</c:v>
              </c:pt>
              <c:pt idx="92">
                <c:v>2</c:v>
              </c:pt>
              <c:pt idx="93">
                <c:v>3</c:v>
              </c:pt>
              <c:pt idx="94">
                <c:v>4</c:v>
              </c:pt>
              <c:pt idx="95">
                <c:v>5</c:v>
              </c:pt>
              <c:pt idx="96">
                <c:v>6</c:v>
              </c:pt>
              <c:pt idx="97">
                <c:v>7</c:v>
              </c:pt>
              <c:pt idx="98">
                <c:v>8</c:v>
              </c:pt>
              <c:pt idx="99">
                <c:v>9</c:v>
              </c:pt>
              <c:pt idx="100">
                <c:v>10</c:v>
              </c:pt>
              <c:pt idx="101">
                <c:v>11</c:v>
              </c:pt>
              <c:pt idx="102">
                <c:v>12</c:v>
              </c:pt>
              <c:pt idx="103">
                <c:v>13</c:v>
              </c:pt>
              <c:pt idx="104">
                <c:v>14</c:v>
              </c:pt>
              <c:pt idx="105">
                <c:v>15</c:v>
              </c:pt>
              <c:pt idx="106">
                <c:v>16</c:v>
              </c:pt>
              <c:pt idx="107">
                <c:v>17</c:v>
              </c:pt>
              <c:pt idx="108">
                <c:v>18</c:v>
              </c:pt>
              <c:pt idx="109">
                <c:v>19</c:v>
              </c:pt>
              <c:pt idx="110">
                <c:v>20</c:v>
              </c:pt>
              <c:pt idx="111">
                <c:v>21</c:v>
              </c:pt>
              <c:pt idx="112">
                <c:v>22</c:v>
              </c:pt>
              <c:pt idx="113">
                <c:v>23</c:v>
              </c:pt>
              <c:pt idx="114">
                <c:v>24</c:v>
              </c:pt>
              <c:pt idx="115">
                <c:v>25</c:v>
              </c:pt>
              <c:pt idx="116">
                <c:v>26</c:v>
              </c:pt>
              <c:pt idx="117">
                <c:v>27</c:v>
              </c:pt>
              <c:pt idx="118">
                <c:v>28</c:v>
              </c:pt>
              <c:pt idx="119">
                <c:v>29</c:v>
              </c:pt>
              <c:pt idx="120">
                <c:v>30</c:v>
              </c:pt>
              <c:pt idx="121">
                <c:v>31</c:v>
              </c:pt>
              <c:pt idx="122">
                <c:v>32</c:v>
              </c:pt>
              <c:pt idx="123">
                <c:v>33</c:v>
              </c:pt>
              <c:pt idx="124">
                <c:v>34</c:v>
              </c:pt>
              <c:pt idx="125">
                <c:v>35</c:v>
              </c:pt>
              <c:pt idx="126">
                <c:v>36</c:v>
              </c:pt>
              <c:pt idx="127">
                <c:v>37</c:v>
              </c:pt>
              <c:pt idx="128">
                <c:v>38</c:v>
              </c:pt>
              <c:pt idx="129">
                <c:v>39</c:v>
              </c:pt>
              <c:pt idx="130">
                <c:v>40</c:v>
              </c:pt>
              <c:pt idx="131">
                <c:v>41</c:v>
              </c:pt>
              <c:pt idx="132">
                <c:v>42</c:v>
              </c:pt>
              <c:pt idx="133">
                <c:v>43</c:v>
              </c:pt>
              <c:pt idx="134">
                <c:v>44</c:v>
              </c:pt>
              <c:pt idx="135">
                <c:v>45</c:v>
              </c:pt>
              <c:pt idx="136">
                <c:v>46</c:v>
              </c:pt>
              <c:pt idx="137">
                <c:v>47</c:v>
              </c:pt>
              <c:pt idx="138">
                <c:v>48</c:v>
              </c:pt>
              <c:pt idx="139">
                <c:v>49</c:v>
              </c:pt>
              <c:pt idx="140">
                <c:v>50</c:v>
              </c:pt>
              <c:pt idx="141">
                <c:v>51</c:v>
              </c:pt>
              <c:pt idx="142">
                <c:v>52</c:v>
              </c:pt>
              <c:pt idx="143">
                <c:v>53</c:v>
              </c:pt>
              <c:pt idx="144">
                <c:v>54</c:v>
              </c:pt>
              <c:pt idx="145">
                <c:v>55</c:v>
              </c:pt>
              <c:pt idx="146">
                <c:v>56</c:v>
              </c:pt>
              <c:pt idx="147">
                <c:v>57</c:v>
              </c:pt>
              <c:pt idx="148">
                <c:v>58</c:v>
              </c:pt>
              <c:pt idx="149">
                <c:v>59</c:v>
              </c:pt>
              <c:pt idx="150">
                <c:v>60</c:v>
              </c:pt>
              <c:pt idx="151">
                <c:v>61</c:v>
              </c:pt>
              <c:pt idx="152">
                <c:v>62</c:v>
              </c:pt>
              <c:pt idx="153">
                <c:v>63</c:v>
              </c:pt>
              <c:pt idx="154">
                <c:v>64</c:v>
              </c:pt>
              <c:pt idx="155">
                <c:v>65</c:v>
              </c:pt>
              <c:pt idx="156">
                <c:v>66</c:v>
              </c:pt>
              <c:pt idx="157">
                <c:v>67</c:v>
              </c:pt>
              <c:pt idx="158">
                <c:v>68</c:v>
              </c:pt>
              <c:pt idx="159">
                <c:v>69</c:v>
              </c:pt>
              <c:pt idx="160">
                <c:v>70</c:v>
              </c:pt>
              <c:pt idx="161">
                <c:v>71</c:v>
              </c:pt>
              <c:pt idx="162">
                <c:v>72</c:v>
              </c:pt>
              <c:pt idx="163">
                <c:v>73</c:v>
              </c:pt>
              <c:pt idx="164">
                <c:v>74</c:v>
              </c:pt>
              <c:pt idx="165">
                <c:v>75</c:v>
              </c:pt>
              <c:pt idx="166">
                <c:v>76</c:v>
              </c:pt>
              <c:pt idx="167">
                <c:v>77</c:v>
              </c:pt>
              <c:pt idx="168">
                <c:v>78</c:v>
              </c:pt>
              <c:pt idx="169">
                <c:v>79</c:v>
              </c:pt>
              <c:pt idx="170">
                <c:v>80</c:v>
              </c:pt>
              <c:pt idx="171">
                <c:v>81</c:v>
              </c:pt>
              <c:pt idx="172">
                <c:v>82</c:v>
              </c:pt>
              <c:pt idx="173">
                <c:v>83</c:v>
              </c:pt>
              <c:pt idx="174">
                <c:v>84</c:v>
              </c:pt>
              <c:pt idx="175">
                <c:v>85</c:v>
              </c:pt>
              <c:pt idx="176">
                <c:v>86</c:v>
              </c:pt>
              <c:pt idx="177">
                <c:v>87</c:v>
              </c:pt>
              <c:pt idx="178">
                <c:v>88</c:v>
              </c:pt>
              <c:pt idx="179">
                <c:v>89</c:v>
              </c:pt>
              <c:pt idx="180">
                <c:v>90</c:v>
              </c:pt>
            </c:numLit>
          </c:xVal>
          <c:yVal>
            <c:numLit>
              <c:formatCode>0</c:formatCode>
              <c:ptCount val="181"/>
              <c:pt idx="0">
                <c:v>-32.19333045462137</c:v>
              </c:pt>
              <c:pt idx="1">
                <c:v>-32.16989936982771</c:v>
              </c:pt>
              <c:pt idx="2">
                <c:v>-32.10061615425191</c:v>
              </c:pt>
              <c:pt idx="3">
                <c:v>-31.988443671283253</c:v>
              </c:pt>
              <c:pt idx="4">
                <c:v>-31.838106893569822</c:v>
              </c:pt>
              <c:pt idx="5">
                <c:v>-31.655808917726716</c:v>
              </c:pt>
              <c:pt idx="6">
                <c:v>-31.44889539653148</c:v>
              </c:pt>
              <c:pt idx="7">
                <c:v>-31.225511067486984</c:v>
              </c:pt>
              <c:pt idx="8">
                <c:v>-30.994285814041632</c:v>
              </c:pt>
              <c:pt idx="9">
                <c:v>-30.764076527843933</c:v>
              </c:pt>
              <c:pt idx="10">
                <c:v>-30.54377868330672</c:v>
              </c:pt>
              <c:pt idx="11">
                <c:v>-30.342210866034463</c:v>
              </c:pt>
              <c:pt idx="12">
                <c:v>-30.168067984998288</c:v>
              </c:pt>
              <c:pt idx="13">
                <c:v>-30.029934725895345</c:v>
              </c:pt>
              <c:pt idx="14">
                <c:v>-29.936349311569487</c:v>
              </c:pt>
              <c:pt idx="15">
                <c:v>-29.895907792934608</c:v>
              </c:pt>
              <c:pt idx="16">
                <c:v>-29.917399796987016</c:v>
              </c:pt>
              <c:pt idx="17">
                <c:v>-30.009966815333794</c:v>
              </c:pt>
              <c:pt idx="18">
                <c:v>-30.183272514038535</c:v>
              </c:pt>
              <c:pt idx="19">
                <c:v>-30.447669479329342</c:v>
              </c:pt>
              <c:pt idx="20">
                <c:v>-30.814335369770784</c:v>
              </c:pt>
              <c:pt idx="21">
                <c:v>-31.295328146553516</c:v>
              </c:pt>
              <c:pt idx="22">
                <c:v>-31.903464294118674</c:v>
              </c:pt>
              <c:pt idx="23">
                <c:v>-32.651835223152105</c:v>
              </c:pt>
              <c:pt idx="24">
                <c:v>-33.55260684009192</c:v>
              </c:pt>
              <c:pt idx="25">
                <c:v>-34.61442863967035</c:v>
              </c:pt>
              <c:pt idx="26">
                <c:v>-35.837219361801836</c:v>
              </c:pt>
              <c:pt idx="27">
                <c:v>-37.20227366724054</c:v>
              </c:pt>
              <c:pt idx="28">
                <c:v>-38.655067877062535</c:v>
              </c:pt>
              <c:pt idx="29">
                <c:v>-40.08041687117362</c:v>
              </c:pt>
              <c:pt idx="30">
                <c:v>-41.28176162864264</c:v>
              </c:pt>
              <c:pt idx="31">
                <c:v>-42.00343762329612</c:v>
              </c:pt>
              <c:pt idx="32">
                <c:v>-42.04126908875166</c:v>
              </c:pt>
              <c:pt idx="33">
                <c:v>-41.38998996989406</c:v>
              </c:pt>
              <c:pt idx="34">
                <c:v>-40.26593585282696</c:v>
              </c:pt>
              <c:pt idx="35">
                <c:v>-38.97770245967398</c:v>
              </c:pt>
              <c:pt idx="36">
                <c:v>-37.801933055074855</c:v>
              </c:pt>
              <c:pt idx="37">
                <c:v>-36.95221505989069</c:v>
              </c:pt>
              <c:pt idx="38">
                <c:v>-36.61174684782907</c:v>
              </c:pt>
              <c:pt idx="39">
                <c:v>-36.99858647475991</c:v>
              </c:pt>
              <c:pt idx="40">
                <c:v>-38.496236451009686</c:v>
              </c:pt>
              <c:pt idx="41">
                <c:v>-42.10842485520584</c:v>
              </c:pt>
              <c:pt idx="42">
                <c:v>-45</c:v>
              </c:pt>
              <c:pt idx="43">
                <c:v>-45</c:v>
              </c:pt>
              <c:pt idx="44">
                <c:v>-37.92024547861485</c:v>
              </c:pt>
              <c:pt idx="45">
                <c:v>-34.15808643754544</c:v>
              </c:pt>
              <c:pt idx="46">
                <c:v>-32.326362238498795</c:v>
              </c:pt>
              <c:pt idx="47">
                <c:v>-32.09650556530227</c:v>
              </c:pt>
              <c:pt idx="48">
                <c:v>-33.955987752532366</c:v>
              </c:pt>
              <c:pt idx="49">
                <c:v>-41.020093376167736</c:v>
              </c:pt>
              <c:pt idx="50">
                <c:v>-41.266225750099316</c:v>
              </c:pt>
              <c:pt idx="51">
                <c:v>-30.099103806110847</c:v>
              </c:pt>
              <c:pt idx="52">
                <c:v>-25.00800096626616</c:v>
              </c:pt>
              <c:pt idx="53">
                <c:v>-22.03402184626238</c:v>
              </c:pt>
              <c:pt idx="54">
                <c:v>-20.48028336623078</c:v>
              </c:pt>
              <c:pt idx="55">
                <c:v>-20.29614554678366</c:v>
              </c:pt>
              <c:pt idx="56">
                <c:v>-21.990932667711824</c:v>
              </c:pt>
              <c:pt idx="57">
                <c:v>-28.186357821573154</c:v>
              </c:pt>
              <c:pt idx="58">
                <c:v>-31.45986124692794</c:v>
              </c:pt>
              <c:pt idx="59">
                <c:v>-18.720049418491623</c:v>
              </c:pt>
              <c:pt idx="60">
                <c:v>-13.037995551155577</c:v>
              </c:pt>
              <c:pt idx="61">
                <c:v>-9.409313186702907</c:v>
              </c:pt>
              <c:pt idx="62">
                <c:v>-6.926477021733551</c:v>
              </c:pt>
              <c:pt idx="63">
                <c:v>-5.265192311860436</c:v>
              </c:pt>
              <c:pt idx="64">
                <c:v>-4.2850342883206265</c:v>
              </c:pt>
              <c:pt idx="65">
                <c:v>-3.9295913830196283</c:v>
              </c:pt>
              <c:pt idx="66">
                <c:v>-4.195877148960048</c:v>
              </c:pt>
              <c:pt idx="67">
                <c:v>-5.13069835190255</c:v>
              </c:pt>
              <c:pt idx="68">
                <c:v>-6.849663066037309</c:v>
              </c:pt>
              <c:pt idx="69">
                <c:v>-9.601776618186186</c:v>
              </c:pt>
              <c:pt idx="70">
                <c:v>-13.996322222089121</c:v>
              </c:pt>
              <c:pt idx="71">
                <c:v>-22.300433979332848</c:v>
              </c:pt>
              <c:pt idx="72">
                <c:v>-32.70764937409629</c:v>
              </c:pt>
              <c:pt idx="73">
                <c:v>-20.887426896590494</c:v>
              </c:pt>
              <c:pt idx="74">
                <c:v>-18.337090650070223</c:v>
              </c:pt>
              <c:pt idx="75">
                <c:v>-18.528309066250205</c:v>
              </c:pt>
              <c:pt idx="76">
                <c:v>-20.855889794442724</c:v>
              </c:pt>
              <c:pt idx="77">
                <c:v>-26.19157884775617</c:v>
              </c:pt>
              <c:pt idx="78">
                <c:v>-44.88003907647965</c:v>
              </c:pt>
              <c:pt idx="79">
                <c:v>-30.63719088339207</c:v>
              </c:pt>
              <c:pt idx="80">
                <c:v>-25.988601205809356</c:v>
              </c:pt>
              <c:pt idx="81">
                <c:v>-25.143676191631922</c:v>
              </c:pt>
              <c:pt idx="82">
                <c:v>-26.451137067337577</c:v>
              </c:pt>
              <c:pt idx="83">
                <c:v>-29.754334894633246</c:v>
              </c:pt>
              <c:pt idx="84">
                <c:v>-35.698629605008364</c:v>
              </c:pt>
              <c:pt idx="85">
                <c:v>-45</c:v>
              </c:pt>
              <c:pt idx="86">
                <c:v>-45</c:v>
              </c:pt>
              <c:pt idx="87">
                <c:v>-45</c:v>
              </c:pt>
              <c:pt idx="88">
                <c:v>-45</c:v>
              </c:pt>
              <c:pt idx="89">
                <c:v>-41.80887686255663</c:v>
              </c:pt>
              <c:pt idx="90">
                <c:v>-40</c:v>
              </c:pt>
              <c:pt idx="91">
                <c:v>-41.80887686255663</c:v>
              </c:pt>
              <c:pt idx="92">
                <c:v>-45</c:v>
              </c:pt>
              <c:pt idx="93">
                <c:v>-45</c:v>
              </c:pt>
              <c:pt idx="94">
                <c:v>-45</c:v>
              </c:pt>
              <c:pt idx="95">
                <c:v>-45</c:v>
              </c:pt>
              <c:pt idx="96">
                <c:v>-35.698629605008364</c:v>
              </c:pt>
              <c:pt idx="97">
                <c:v>-29.754334894633246</c:v>
              </c:pt>
              <c:pt idx="98">
                <c:v>-26.451137067337577</c:v>
              </c:pt>
              <c:pt idx="99">
                <c:v>-25.143676191631922</c:v>
              </c:pt>
              <c:pt idx="100">
                <c:v>-25.988601205809356</c:v>
              </c:pt>
              <c:pt idx="101">
                <c:v>-30.63719088339207</c:v>
              </c:pt>
              <c:pt idx="102">
                <c:v>-44.88003907647965</c:v>
              </c:pt>
              <c:pt idx="103">
                <c:v>-26.19157884775617</c:v>
              </c:pt>
              <c:pt idx="104">
                <c:v>-20.855889794442724</c:v>
              </c:pt>
              <c:pt idx="105">
                <c:v>-18.528309066250205</c:v>
              </c:pt>
              <c:pt idx="106">
                <c:v>-18.337090650070223</c:v>
              </c:pt>
              <c:pt idx="107">
                <c:v>-20.887426896590494</c:v>
              </c:pt>
              <c:pt idx="108">
                <c:v>-32.70764937409629</c:v>
              </c:pt>
              <c:pt idx="109">
                <c:v>-22.300433979332848</c:v>
              </c:pt>
              <c:pt idx="110">
                <c:v>-13.996322222089121</c:v>
              </c:pt>
              <c:pt idx="111">
                <c:v>-9.601776618186186</c:v>
              </c:pt>
              <c:pt idx="112">
                <c:v>-6.849663066037309</c:v>
              </c:pt>
              <c:pt idx="113">
                <c:v>-5.13069835190255</c:v>
              </c:pt>
              <c:pt idx="114">
                <c:v>-4.195877148960048</c:v>
              </c:pt>
              <c:pt idx="115">
                <c:v>-3.9295913830196283</c:v>
              </c:pt>
              <c:pt idx="116">
                <c:v>-4.2850342883206265</c:v>
              </c:pt>
              <c:pt idx="117">
                <c:v>-5.265192311860436</c:v>
              </c:pt>
              <c:pt idx="118">
                <c:v>-6.926477021733551</c:v>
              </c:pt>
              <c:pt idx="119">
                <c:v>-9.409313186702907</c:v>
              </c:pt>
              <c:pt idx="120">
                <c:v>-13.037995551155577</c:v>
              </c:pt>
              <c:pt idx="121">
                <c:v>-18.720049418491623</c:v>
              </c:pt>
              <c:pt idx="122">
                <c:v>-31.45986124692794</c:v>
              </c:pt>
              <c:pt idx="123">
                <c:v>-28.186357821573154</c:v>
              </c:pt>
              <c:pt idx="124">
                <c:v>-21.990932667711824</c:v>
              </c:pt>
              <c:pt idx="125">
                <c:v>-20.29614554678366</c:v>
              </c:pt>
              <c:pt idx="126">
                <c:v>-20.48028336623078</c:v>
              </c:pt>
              <c:pt idx="127">
                <c:v>-22.03402184626238</c:v>
              </c:pt>
              <c:pt idx="128">
                <c:v>-25.00800096626616</c:v>
              </c:pt>
              <c:pt idx="129">
                <c:v>-30.099103806110847</c:v>
              </c:pt>
              <c:pt idx="130">
                <c:v>-41.266225750099316</c:v>
              </c:pt>
              <c:pt idx="131">
                <c:v>-41.020093376167736</c:v>
              </c:pt>
              <c:pt idx="132">
                <c:v>-33.955987752532366</c:v>
              </c:pt>
              <c:pt idx="133">
                <c:v>-32.09650556530227</c:v>
              </c:pt>
              <c:pt idx="134">
                <c:v>-32.326362238498795</c:v>
              </c:pt>
              <c:pt idx="135">
                <c:v>-34.15808643754544</c:v>
              </c:pt>
              <c:pt idx="136">
                <c:v>-37.92024547861485</c:v>
              </c:pt>
              <c:pt idx="137">
                <c:v>-45</c:v>
              </c:pt>
              <c:pt idx="138">
                <c:v>-45</c:v>
              </c:pt>
              <c:pt idx="139">
                <c:v>-42.10842485520584</c:v>
              </c:pt>
              <c:pt idx="140">
                <c:v>-38.496236451009686</c:v>
              </c:pt>
              <c:pt idx="141">
                <c:v>-36.99858647475991</c:v>
              </c:pt>
              <c:pt idx="142">
                <c:v>-36.61174684782907</c:v>
              </c:pt>
              <c:pt idx="143">
                <c:v>-36.95221505989069</c:v>
              </c:pt>
              <c:pt idx="144">
                <c:v>-37.801933055074855</c:v>
              </c:pt>
              <c:pt idx="145">
                <c:v>-38.97770245967398</c:v>
              </c:pt>
              <c:pt idx="146">
                <c:v>-40.26593585282696</c:v>
              </c:pt>
              <c:pt idx="147">
                <c:v>-41.38998996989406</c:v>
              </c:pt>
              <c:pt idx="148">
                <c:v>-42.04126908875166</c:v>
              </c:pt>
              <c:pt idx="149">
                <c:v>-42.00343762329612</c:v>
              </c:pt>
              <c:pt idx="150">
                <c:v>-41.28176162864264</c:v>
              </c:pt>
              <c:pt idx="151">
                <c:v>-40.08041687117362</c:v>
              </c:pt>
              <c:pt idx="152">
                <c:v>-38.655067877062535</c:v>
              </c:pt>
              <c:pt idx="153">
                <c:v>-37.20227366724054</c:v>
              </c:pt>
              <c:pt idx="154">
                <c:v>-35.837219361801836</c:v>
              </c:pt>
              <c:pt idx="155">
                <c:v>-34.61442863967035</c:v>
              </c:pt>
              <c:pt idx="156">
                <c:v>-33.55260684009192</c:v>
              </c:pt>
              <c:pt idx="157">
                <c:v>-32.651835223152105</c:v>
              </c:pt>
              <c:pt idx="158">
                <c:v>-31.903464294118674</c:v>
              </c:pt>
              <c:pt idx="159">
                <c:v>-31.295328146553516</c:v>
              </c:pt>
              <c:pt idx="160">
                <c:v>-30.814335369770784</c:v>
              </c:pt>
              <c:pt idx="161">
                <c:v>-30.447669479329342</c:v>
              </c:pt>
              <c:pt idx="162">
                <c:v>-30.183272514038535</c:v>
              </c:pt>
              <c:pt idx="163">
                <c:v>-30.009966815333794</c:v>
              </c:pt>
              <c:pt idx="164">
                <c:v>-29.917399796987016</c:v>
              </c:pt>
              <c:pt idx="165">
                <c:v>-29.895907792934608</c:v>
              </c:pt>
              <c:pt idx="166">
                <c:v>-29.936349311569487</c:v>
              </c:pt>
              <c:pt idx="167">
                <c:v>-30.029934725895345</c:v>
              </c:pt>
              <c:pt idx="168">
                <c:v>-30.168067984998288</c:v>
              </c:pt>
              <c:pt idx="169">
                <c:v>-30.342210866034463</c:v>
              </c:pt>
              <c:pt idx="170">
                <c:v>-30.54377868330672</c:v>
              </c:pt>
              <c:pt idx="171">
                <c:v>-30.764076527843933</c:v>
              </c:pt>
              <c:pt idx="172">
                <c:v>-30.994285814041632</c:v>
              </c:pt>
              <c:pt idx="173">
                <c:v>-31.225511067486984</c:v>
              </c:pt>
              <c:pt idx="174">
                <c:v>-31.44889539653148</c:v>
              </c:pt>
              <c:pt idx="175">
                <c:v>-31.655808917726716</c:v>
              </c:pt>
              <c:pt idx="176">
                <c:v>-31.838106893569822</c:v>
              </c:pt>
              <c:pt idx="177">
                <c:v>-31.988443671283253</c:v>
              </c:pt>
              <c:pt idx="178">
                <c:v>-32.10061615425191</c:v>
              </c:pt>
              <c:pt idx="179">
                <c:v>-32.16989936982771</c:v>
              </c:pt>
              <c:pt idx="180">
                <c:v>-32.193330454621346</c:v>
              </c:pt>
            </c:numLit>
          </c:yVal>
        </c:ser>
        <c:ser>
          <c:idx val="2"/>
          <c:order val="2"/>
          <c:tx>
            <c:v>Paper complex states</c:v>
          </c:tx>
          <c:spPr>
            <a:ln xmlns:a="http://schemas.openxmlformats.org/drawingml/2006/main" w="23813">
              <a:solidFill>
                <a:srgbClr val="7757A8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181"/>
              <c:pt idx="0">
                <c:v>-90</c:v>
              </c:pt>
              <c:pt idx="1">
                <c:v>-89</c:v>
              </c:pt>
              <c:pt idx="2">
                <c:v>-88</c:v>
              </c:pt>
              <c:pt idx="3">
                <c:v>-87</c:v>
              </c:pt>
              <c:pt idx="4">
                <c:v>-86</c:v>
              </c:pt>
              <c:pt idx="5">
                <c:v>-85</c:v>
              </c:pt>
              <c:pt idx="6">
                <c:v>-84</c:v>
              </c:pt>
              <c:pt idx="7">
                <c:v>-83</c:v>
              </c:pt>
              <c:pt idx="8">
                <c:v>-82</c:v>
              </c:pt>
              <c:pt idx="9">
                <c:v>-81</c:v>
              </c:pt>
              <c:pt idx="10">
                <c:v>-80</c:v>
              </c:pt>
              <c:pt idx="11">
                <c:v>-79</c:v>
              </c:pt>
              <c:pt idx="12">
                <c:v>-78</c:v>
              </c:pt>
              <c:pt idx="13">
                <c:v>-77</c:v>
              </c:pt>
              <c:pt idx="14">
                <c:v>-76</c:v>
              </c:pt>
              <c:pt idx="15">
                <c:v>-75</c:v>
              </c:pt>
              <c:pt idx="16">
                <c:v>-74</c:v>
              </c:pt>
              <c:pt idx="17">
                <c:v>-73</c:v>
              </c:pt>
              <c:pt idx="18">
                <c:v>-72</c:v>
              </c:pt>
              <c:pt idx="19">
                <c:v>-71</c:v>
              </c:pt>
              <c:pt idx="20">
                <c:v>-70</c:v>
              </c:pt>
              <c:pt idx="21">
                <c:v>-69</c:v>
              </c:pt>
              <c:pt idx="22">
                <c:v>-68</c:v>
              </c:pt>
              <c:pt idx="23">
                <c:v>-67</c:v>
              </c:pt>
              <c:pt idx="24">
                <c:v>-66</c:v>
              </c:pt>
              <c:pt idx="25">
                <c:v>-65</c:v>
              </c:pt>
              <c:pt idx="26">
                <c:v>-64</c:v>
              </c:pt>
              <c:pt idx="27">
                <c:v>-63</c:v>
              </c:pt>
              <c:pt idx="28">
                <c:v>-62</c:v>
              </c:pt>
              <c:pt idx="29">
                <c:v>-61</c:v>
              </c:pt>
              <c:pt idx="30">
                <c:v>-60</c:v>
              </c:pt>
              <c:pt idx="31">
                <c:v>-59</c:v>
              </c:pt>
              <c:pt idx="32">
                <c:v>-58</c:v>
              </c:pt>
              <c:pt idx="33">
                <c:v>-57</c:v>
              </c:pt>
              <c:pt idx="34">
                <c:v>-56</c:v>
              </c:pt>
              <c:pt idx="35">
                <c:v>-55</c:v>
              </c:pt>
              <c:pt idx="36">
                <c:v>-54</c:v>
              </c:pt>
              <c:pt idx="37">
                <c:v>-53</c:v>
              </c:pt>
              <c:pt idx="38">
                <c:v>-52</c:v>
              </c:pt>
              <c:pt idx="39">
                <c:v>-51</c:v>
              </c:pt>
              <c:pt idx="40">
                <c:v>-50</c:v>
              </c:pt>
              <c:pt idx="41">
                <c:v>-49</c:v>
              </c:pt>
              <c:pt idx="42">
                <c:v>-48</c:v>
              </c:pt>
              <c:pt idx="43">
                <c:v>-47</c:v>
              </c:pt>
              <c:pt idx="44">
                <c:v>-46</c:v>
              </c:pt>
              <c:pt idx="45">
                <c:v>-45</c:v>
              </c:pt>
              <c:pt idx="46">
                <c:v>-44</c:v>
              </c:pt>
              <c:pt idx="47">
                <c:v>-43</c:v>
              </c:pt>
              <c:pt idx="48">
                <c:v>-42</c:v>
              </c:pt>
              <c:pt idx="49">
                <c:v>-41</c:v>
              </c:pt>
              <c:pt idx="50">
                <c:v>-40</c:v>
              </c:pt>
              <c:pt idx="51">
                <c:v>-39</c:v>
              </c:pt>
              <c:pt idx="52">
                <c:v>-38</c:v>
              </c:pt>
              <c:pt idx="53">
                <c:v>-37</c:v>
              </c:pt>
              <c:pt idx="54">
                <c:v>-36</c:v>
              </c:pt>
              <c:pt idx="55">
                <c:v>-35</c:v>
              </c:pt>
              <c:pt idx="56">
                <c:v>-34</c:v>
              </c:pt>
              <c:pt idx="57">
                <c:v>-33</c:v>
              </c:pt>
              <c:pt idx="58">
                <c:v>-32</c:v>
              </c:pt>
              <c:pt idx="59">
                <c:v>-31</c:v>
              </c:pt>
              <c:pt idx="60">
                <c:v>-30</c:v>
              </c:pt>
              <c:pt idx="61">
                <c:v>-29</c:v>
              </c:pt>
              <c:pt idx="62">
                <c:v>-28</c:v>
              </c:pt>
              <c:pt idx="63">
                <c:v>-27</c:v>
              </c:pt>
              <c:pt idx="64">
                <c:v>-26</c:v>
              </c:pt>
              <c:pt idx="65">
                <c:v>-25</c:v>
              </c:pt>
              <c:pt idx="66">
                <c:v>-24</c:v>
              </c:pt>
              <c:pt idx="67">
                <c:v>-23</c:v>
              </c:pt>
              <c:pt idx="68">
                <c:v>-22</c:v>
              </c:pt>
              <c:pt idx="69">
                <c:v>-21</c:v>
              </c:pt>
              <c:pt idx="70">
                <c:v>-20</c:v>
              </c:pt>
              <c:pt idx="71">
                <c:v>-19</c:v>
              </c:pt>
              <c:pt idx="72">
                <c:v>-18</c:v>
              </c:pt>
              <c:pt idx="73">
                <c:v>-17</c:v>
              </c:pt>
              <c:pt idx="74">
                <c:v>-16</c:v>
              </c:pt>
              <c:pt idx="75">
                <c:v>-15</c:v>
              </c:pt>
              <c:pt idx="76">
                <c:v>-14</c:v>
              </c:pt>
              <c:pt idx="77">
                <c:v>-13</c:v>
              </c:pt>
              <c:pt idx="78">
                <c:v>-12</c:v>
              </c:pt>
              <c:pt idx="79">
                <c:v>-11</c:v>
              </c:pt>
              <c:pt idx="80">
                <c:v>-10</c:v>
              </c:pt>
              <c:pt idx="81">
                <c:v>-9</c:v>
              </c:pt>
              <c:pt idx="82">
                <c:v>-8</c:v>
              </c:pt>
              <c:pt idx="83">
                <c:v>-7</c:v>
              </c:pt>
              <c:pt idx="84">
                <c:v>-6</c:v>
              </c:pt>
              <c:pt idx="85">
                <c:v>-5</c:v>
              </c:pt>
              <c:pt idx="86">
                <c:v>-4</c:v>
              </c:pt>
              <c:pt idx="87">
                <c:v>-3</c:v>
              </c:pt>
              <c:pt idx="88">
                <c:v>-2</c:v>
              </c:pt>
              <c:pt idx="89">
                <c:v>-1</c:v>
              </c:pt>
              <c:pt idx="90">
                <c:v>0</c:v>
              </c:pt>
              <c:pt idx="91">
                <c:v>1</c:v>
              </c:pt>
              <c:pt idx="92">
                <c:v>2</c:v>
              </c:pt>
              <c:pt idx="93">
                <c:v>3</c:v>
              </c:pt>
              <c:pt idx="94">
                <c:v>4</c:v>
              </c:pt>
              <c:pt idx="95">
                <c:v>5</c:v>
              </c:pt>
              <c:pt idx="96">
                <c:v>6</c:v>
              </c:pt>
              <c:pt idx="97">
                <c:v>7</c:v>
              </c:pt>
              <c:pt idx="98">
                <c:v>8</c:v>
              </c:pt>
              <c:pt idx="99">
                <c:v>9</c:v>
              </c:pt>
              <c:pt idx="100">
                <c:v>10</c:v>
              </c:pt>
              <c:pt idx="101">
                <c:v>11</c:v>
              </c:pt>
              <c:pt idx="102">
                <c:v>12</c:v>
              </c:pt>
              <c:pt idx="103">
                <c:v>13</c:v>
              </c:pt>
              <c:pt idx="104">
                <c:v>14</c:v>
              </c:pt>
              <c:pt idx="105">
                <c:v>15</c:v>
              </c:pt>
              <c:pt idx="106">
                <c:v>16</c:v>
              </c:pt>
              <c:pt idx="107">
                <c:v>17</c:v>
              </c:pt>
              <c:pt idx="108">
                <c:v>18</c:v>
              </c:pt>
              <c:pt idx="109">
                <c:v>19</c:v>
              </c:pt>
              <c:pt idx="110">
                <c:v>20</c:v>
              </c:pt>
              <c:pt idx="111">
                <c:v>21</c:v>
              </c:pt>
              <c:pt idx="112">
                <c:v>22</c:v>
              </c:pt>
              <c:pt idx="113">
                <c:v>23</c:v>
              </c:pt>
              <c:pt idx="114">
                <c:v>24</c:v>
              </c:pt>
              <c:pt idx="115">
                <c:v>25</c:v>
              </c:pt>
              <c:pt idx="116">
                <c:v>26</c:v>
              </c:pt>
              <c:pt idx="117">
                <c:v>27</c:v>
              </c:pt>
              <c:pt idx="118">
                <c:v>28</c:v>
              </c:pt>
              <c:pt idx="119">
                <c:v>29</c:v>
              </c:pt>
              <c:pt idx="120">
                <c:v>30</c:v>
              </c:pt>
              <c:pt idx="121">
                <c:v>31</c:v>
              </c:pt>
              <c:pt idx="122">
                <c:v>32</c:v>
              </c:pt>
              <c:pt idx="123">
                <c:v>33</c:v>
              </c:pt>
              <c:pt idx="124">
                <c:v>34</c:v>
              </c:pt>
              <c:pt idx="125">
                <c:v>35</c:v>
              </c:pt>
              <c:pt idx="126">
                <c:v>36</c:v>
              </c:pt>
              <c:pt idx="127">
                <c:v>37</c:v>
              </c:pt>
              <c:pt idx="128">
                <c:v>38</c:v>
              </c:pt>
              <c:pt idx="129">
                <c:v>39</c:v>
              </c:pt>
              <c:pt idx="130">
                <c:v>40</c:v>
              </c:pt>
              <c:pt idx="131">
                <c:v>41</c:v>
              </c:pt>
              <c:pt idx="132">
                <c:v>42</c:v>
              </c:pt>
              <c:pt idx="133">
                <c:v>43</c:v>
              </c:pt>
              <c:pt idx="134">
                <c:v>44</c:v>
              </c:pt>
              <c:pt idx="135">
                <c:v>45</c:v>
              </c:pt>
              <c:pt idx="136">
                <c:v>46</c:v>
              </c:pt>
              <c:pt idx="137">
                <c:v>47</c:v>
              </c:pt>
              <c:pt idx="138">
                <c:v>48</c:v>
              </c:pt>
              <c:pt idx="139">
                <c:v>49</c:v>
              </c:pt>
              <c:pt idx="140">
                <c:v>50</c:v>
              </c:pt>
              <c:pt idx="141">
                <c:v>51</c:v>
              </c:pt>
              <c:pt idx="142">
                <c:v>52</c:v>
              </c:pt>
              <c:pt idx="143">
                <c:v>53</c:v>
              </c:pt>
              <c:pt idx="144">
                <c:v>54</c:v>
              </c:pt>
              <c:pt idx="145">
                <c:v>55</c:v>
              </c:pt>
              <c:pt idx="146">
                <c:v>56</c:v>
              </c:pt>
              <c:pt idx="147">
                <c:v>57</c:v>
              </c:pt>
              <c:pt idx="148">
                <c:v>58</c:v>
              </c:pt>
              <c:pt idx="149">
                <c:v>59</c:v>
              </c:pt>
              <c:pt idx="150">
                <c:v>60</c:v>
              </c:pt>
              <c:pt idx="151">
                <c:v>61</c:v>
              </c:pt>
              <c:pt idx="152">
                <c:v>62</c:v>
              </c:pt>
              <c:pt idx="153">
                <c:v>63</c:v>
              </c:pt>
              <c:pt idx="154">
                <c:v>64</c:v>
              </c:pt>
              <c:pt idx="155">
                <c:v>65</c:v>
              </c:pt>
              <c:pt idx="156">
                <c:v>66</c:v>
              </c:pt>
              <c:pt idx="157">
                <c:v>67</c:v>
              </c:pt>
              <c:pt idx="158">
                <c:v>68</c:v>
              </c:pt>
              <c:pt idx="159">
                <c:v>69</c:v>
              </c:pt>
              <c:pt idx="160">
                <c:v>70</c:v>
              </c:pt>
              <c:pt idx="161">
                <c:v>71</c:v>
              </c:pt>
              <c:pt idx="162">
                <c:v>72</c:v>
              </c:pt>
              <c:pt idx="163">
                <c:v>73</c:v>
              </c:pt>
              <c:pt idx="164">
                <c:v>74</c:v>
              </c:pt>
              <c:pt idx="165">
                <c:v>75</c:v>
              </c:pt>
              <c:pt idx="166">
                <c:v>76</c:v>
              </c:pt>
              <c:pt idx="167">
                <c:v>77</c:v>
              </c:pt>
              <c:pt idx="168">
                <c:v>78</c:v>
              </c:pt>
              <c:pt idx="169">
                <c:v>79</c:v>
              </c:pt>
              <c:pt idx="170">
                <c:v>80</c:v>
              </c:pt>
              <c:pt idx="171">
                <c:v>81</c:v>
              </c:pt>
              <c:pt idx="172">
                <c:v>82</c:v>
              </c:pt>
              <c:pt idx="173">
                <c:v>83</c:v>
              </c:pt>
              <c:pt idx="174">
                <c:v>84</c:v>
              </c:pt>
              <c:pt idx="175">
                <c:v>85</c:v>
              </c:pt>
              <c:pt idx="176">
                <c:v>86</c:v>
              </c:pt>
              <c:pt idx="177">
                <c:v>87</c:v>
              </c:pt>
              <c:pt idx="178">
                <c:v>88</c:v>
              </c:pt>
              <c:pt idx="179">
                <c:v>89</c:v>
              </c:pt>
              <c:pt idx="180">
                <c:v>90</c:v>
              </c:pt>
            </c:numLit>
          </c:xVal>
          <c:yVal>
            <c:numLit>
              <c:formatCode>0</c:formatCode>
              <c:ptCount val="181"/>
              <c:pt idx="0">
                <c:v>-36.31554352487121</c:v>
              </c:pt>
              <c:pt idx="1">
                <c:v>-36.32671685386857</c:v>
              </c:pt>
              <c:pt idx="2">
                <c:v>-36.36108158358943</c:v>
              </c:pt>
              <c:pt idx="3">
                <c:v>-36.42117436561814</c:v>
              </c:pt>
              <c:pt idx="4">
                <c:v>-36.51123358397055</c:v>
              </c:pt>
              <c:pt idx="5">
                <c:v>-36.637224433732534</c:v>
              </c:pt>
              <c:pt idx="6">
                <c:v>-36.806893051393075</c:v>
              </c:pt>
              <c:pt idx="7">
                <c:v>-37.029870718723444</c:v>
              </c:pt>
              <c:pt idx="8">
                <c:v>-37.31785873196507</c:v>
              </c:pt>
              <c:pt idx="9">
                <c:v>-37.684938237262934</c:v>
              </c:pt>
              <c:pt idx="10">
                <c:v>-38.148070043706106</c:v>
              </c:pt>
              <c:pt idx="11">
                <c:v>-38.727880961241326</c:v>
              </c:pt>
              <c:pt idx="12">
                <c:v>-39.44987766393871</c:v>
              </c:pt>
              <c:pt idx="13">
                <c:v>-40.34627186266149</c:v>
              </c:pt>
              <c:pt idx="14">
                <c:v>-41.458539185099774</c:v>
              </c:pt>
              <c:pt idx="15">
                <c:v>-42.84013952554058</c:v>
              </c:pt>
              <c:pt idx="16">
                <c:v>-44.554858606982776</c:v>
              </c:pt>
              <c:pt idx="17">
                <c:v>-45</c:v>
              </c:pt>
              <c:pt idx="18">
                <c:v>-45</c:v>
              </c:pt>
              <c:pt idx="19">
                <c:v>-45</c:v>
              </c:pt>
              <c:pt idx="20">
                <c:v>-45</c:v>
              </c:pt>
              <c:pt idx="21">
                <c:v>-45</c:v>
              </c:pt>
              <c:pt idx="22">
                <c:v>-45</c:v>
              </c:pt>
              <c:pt idx="23">
                <c:v>-42.98891015115878</c:v>
              </c:pt>
              <c:pt idx="24">
                <c:v>-41.21255669608839</c:v>
              </c:pt>
              <c:pt idx="25">
                <c:v>-39.68360115839691</c:v>
              </c:pt>
              <c:pt idx="26">
                <c:v>-38.35956986575551</c:v>
              </c:pt>
              <c:pt idx="27">
                <c:v>-37.221905323211416</c:v>
              </c:pt>
              <c:pt idx="28">
                <c:v>-36.271518158678006</c:v>
              </c:pt>
              <c:pt idx="29">
                <c:v>-35.522550956454666</c:v>
              </c:pt>
              <c:pt idx="30">
                <c:v>-34.99705633092784</c:v>
              </c:pt>
              <c:pt idx="31">
                <c:v>-34.72105895069429</c:v>
              </c:pt>
              <c:pt idx="32">
                <c:v>-34.721253466246104</c:v>
              </c:pt>
              <c:pt idx="33">
                <c:v>-35.020467849642344</c:v>
              </c:pt>
              <c:pt idx="34">
                <c:v>-35.62852307587224</c:v>
              </c:pt>
              <c:pt idx="35">
                <c:v>-36.523607404729034</c:v>
              </c:pt>
              <c:pt idx="36">
                <c:v>-37.623408307536465</c:v>
              </c:pt>
              <c:pt idx="37">
                <c:v>-38.77461618756468</c:v>
              </c:pt>
              <c:pt idx="38">
                <c:v>-39.8448241538523</c:v>
              </c:pt>
              <c:pt idx="39">
                <c:v>-40.92470807591707</c:v>
              </c:pt>
              <c:pt idx="40">
                <c:v>-42.35790738502758</c:v>
              </c:pt>
              <c:pt idx="41">
                <c:v>-44.095196018022804</c:v>
              </c:pt>
              <c:pt idx="42">
                <c:v>-43.5380956023521</c:v>
              </c:pt>
              <c:pt idx="43">
                <c:v>-39.6639367320634</c:v>
              </c:pt>
              <c:pt idx="44">
                <c:v>-35.946594800105075</c:v>
              </c:pt>
              <c:pt idx="45">
                <c:v>-33.347485780857625</c:v>
              </c:pt>
              <c:pt idx="46">
                <c:v>-31.89375122699035</c:v>
              </c:pt>
              <c:pt idx="47">
                <c:v>-31.686065004960927</c:v>
              </c:pt>
              <c:pt idx="48">
                <c:v>-33.20355616059712</c:v>
              </c:pt>
              <c:pt idx="49">
                <c:v>-38.47136003088393</c:v>
              </c:pt>
              <c:pt idx="50">
                <c:v>-45</c:v>
              </c:pt>
              <c:pt idx="51">
                <c:v>-32.16546795813973</c:v>
              </c:pt>
              <c:pt idx="52">
                <c:v>-26.444659792815372</c:v>
              </c:pt>
              <c:pt idx="53">
                <c:v>-23.220158904382764</c:v>
              </c:pt>
              <c:pt idx="54">
                <c:v>-21.527640837847073</c:v>
              </c:pt>
              <c:pt idx="55">
                <c:v>-21.241803646279337</c:v>
              </c:pt>
              <c:pt idx="56">
                <c:v>-22.81615380963777</c:v>
              </c:pt>
              <c:pt idx="57">
                <c:v>-28.635463946217257</c:v>
              </c:pt>
              <c:pt idx="58">
                <c:v>-33.70119393573567</c:v>
              </c:pt>
              <c:pt idx="59">
                <c:v>-20.098279276861305</c:v>
              </c:pt>
              <c:pt idx="60">
                <c:v>-14.314043845584854</c:v>
              </c:pt>
              <c:pt idx="61">
                <c:v>-10.667505789508434</c:v>
              </c:pt>
              <c:pt idx="62">
                <c:v>-8.1971899433202</c:v>
              </c:pt>
              <c:pt idx="63">
                <c:v>-6.564650605534794</c:v>
              </c:pt>
              <c:pt idx="64">
                <c:v>-5.623737445855342</c:v>
              </c:pt>
              <c:pt idx="65">
                <c:v>-5.314902110398357</c:v>
              </c:pt>
              <c:pt idx="66">
                <c:v>-5.63282279232618</c:v>
              </c:pt>
              <c:pt idx="67">
                <c:v>-6.621848166029806</c:v>
              </c:pt>
              <c:pt idx="68">
                <c:v>-8.393929898716216</c:v>
              </c:pt>
              <c:pt idx="69">
                <c:v>-11.19057702393846</c:v>
              </c:pt>
              <c:pt idx="70">
                <c:v>-15.598809530748847</c:v>
              </c:pt>
              <c:pt idx="71">
                <c:v>-23.75275264518948</c:v>
              </c:pt>
              <c:pt idx="72">
                <c:v>-35.85141235533001</c:v>
              </c:pt>
              <c:pt idx="73">
                <c:v>-23.110652220190374</c:v>
              </c:pt>
              <c:pt idx="74">
                <c:v>-20.49492093312617</c:v>
              </c:pt>
              <c:pt idx="75">
                <c:v>-20.641267759912104</c:v>
              </c:pt>
              <c:pt idx="76">
                <c:v>-22.831609710538693</c:v>
              </c:pt>
              <c:pt idx="77">
                <c:v>-27.649366590805613</c:v>
              </c:pt>
              <c:pt idx="78">
                <c:v>-39.63205742868729</c:v>
              </c:pt>
              <c:pt idx="79">
                <c:v>-34.88814644520637</c:v>
              </c:pt>
              <c:pt idx="80">
                <c:v>-29.31388738667106</c:v>
              </c:pt>
              <c:pt idx="81">
                <c:v>-27.95095697407274</c:v>
              </c:pt>
              <c:pt idx="82">
                <c:v>-28.81430582203974</c:v>
              </c:pt>
              <c:pt idx="83">
                <c:v>-32.23036309903764</c:v>
              </c:pt>
              <c:pt idx="84">
                <c:v>-42.58379668011753</c:v>
              </c:pt>
              <c:pt idx="85">
                <c:v>-33.384159101765334</c:v>
              </c:pt>
              <c:pt idx="86">
                <c:v>-25.8951287017654</c:v>
              </c:pt>
              <c:pt idx="87">
                <c:v>-21.772936177894103</c:v>
              </c:pt>
              <c:pt idx="88">
                <c:v>-19.259875627101678</c:v>
              </c:pt>
              <c:pt idx="89">
                <c:v>-17.86822782061667</c:v>
              </c:pt>
              <c:pt idx="90">
                <c:v>-17.42078478653947</c:v>
              </c:pt>
              <c:pt idx="91">
                <c:v>-17.86277682597567</c:v>
              </c:pt>
              <c:pt idx="92">
                <c:v>-19.210588736532067</c:v>
              </c:pt>
              <c:pt idx="93">
                <c:v>-21.536375533907297</c:v>
              </c:pt>
              <c:pt idx="94">
                <c:v>-24.953715834615796</c:v>
              </c:pt>
              <c:pt idx="95">
                <c:v>-29.549366920220304</c:v>
              </c:pt>
              <c:pt idx="96">
                <c:v>-35.13968879284292</c:v>
              </c:pt>
              <c:pt idx="97">
                <c:v>-40.75965454381222</c:v>
              </c:pt>
              <c:pt idx="98">
                <c:v>-42.02614550798768</c:v>
              </c:pt>
              <c:pt idx="99">
                <c:v>-39.083817977267486</c:v>
              </c:pt>
              <c:pt idx="100">
                <c:v>-38.876620376934476</c:v>
              </c:pt>
              <c:pt idx="101">
                <c:v>-45</c:v>
              </c:pt>
              <c:pt idx="102">
                <c:v>-36.02357765953586</c:v>
              </c:pt>
              <c:pt idx="103">
                <c:v>-27.89797491862017</c:v>
              </c:pt>
              <c:pt idx="104">
                <c:v>-23.549901248132322</c:v>
              </c:pt>
              <c:pt idx="105">
                <c:v>-21.38187694321197</c:v>
              </c:pt>
              <c:pt idx="106">
                <c:v>-21.180461825095563</c:v>
              </c:pt>
              <c:pt idx="107">
                <c:v>-23.789111923553516</c:v>
              </c:pt>
              <c:pt idx="108">
                <c:v>-37.28667512049525</c:v>
              </c:pt>
              <c:pt idx="109">
                <c:v>-23.650504073752177</c:v>
              </c:pt>
              <c:pt idx="110">
                <c:v>-15.63936418537201</c:v>
              </c:pt>
              <c:pt idx="111">
                <c:v>-11.234668732417257</c:v>
              </c:pt>
              <c:pt idx="112">
                <c:v>-8.42315395985783</c:v>
              </c:pt>
              <c:pt idx="113">
                <c:v>-6.63583993431963</c:v>
              </c:pt>
              <c:pt idx="114">
                <c:v>-5.635865986127352</c:v>
              </c:pt>
              <c:pt idx="115">
                <c:v>-5.312640661096824</c:v>
              </c:pt>
              <c:pt idx="116">
                <c:v>-5.622201476475022</c:v>
              </c:pt>
              <c:pt idx="117">
                <c:v>-6.570070809992839</c:v>
              </c:pt>
              <c:pt idx="118">
                <c:v>-8.216280986656752</c:v>
              </c:pt>
              <c:pt idx="119">
                <c:v>-10.708449998852053</c:v>
              </c:pt>
              <c:pt idx="120">
                <c:v>-14.389655596718098</c:v>
              </c:pt>
              <c:pt idx="121">
                <c:v>-20.241071517730962</c:v>
              </c:pt>
              <c:pt idx="122">
                <c:v>-34.219783077249495</c:v>
              </c:pt>
              <c:pt idx="123">
                <c:v>-28.513561612550195</c:v>
              </c:pt>
              <c:pt idx="124">
                <c:v>-22.849275715047035</c:v>
              </c:pt>
              <c:pt idx="125">
                <c:v>-21.344382856405232</c:v>
              </c:pt>
              <c:pt idx="126">
                <c:v>-21.69044675214173</c:v>
              </c:pt>
              <c:pt idx="127">
                <c:v>-23.450000851557014</c:v>
              </c:pt>
              <c:pt idx="128">
                <c:v>-26.765677257643745</c:v>
              </c:pt>
              <c:pt idx="129">
                <c:v>-32.65876163856904</c:v>
              </c:pt>
              <c:pt idx="130">
                <c:v>-45</c:v>
              </c:pt>
              <c:pt idx="131">
                <c:v>-38.158560404164454</c:v>
              </c:pt>
              <c:pt idx="132">
                <c:v>-33.27291820511026</c:v>
              </c:pt>
              <c:pt idx="133">
                <c:v>-31.901220128329783</c:v>
              </c:pt>
              <c:pt idx="134">
                <c:v>-32.22197706554906</c:v>
              </c:pt>
              <c:pt idx="135">
                <c:v>-33.80222834456702</c:v>
              </c:pt>
              <c:pt idx="136">
                <c:v>-36.58962856178184</c:v>
              </c:pt>
              <c:pt idx="137">
                <c:v>-40.65409792656972</c:v>
              </c:pt>
              <c:pt idx="138">
                <c:v>-44.93060433190386</c:v>
              </c:pt>
              <c:pt idx="139">
                <c:v>-44.85148720488958</c:v>
              </c:pt>
              <c:pt idx="140">
                <c:v>-42.56006332143797</c:v>
              </c:pt>
              <c:pt idx="141">
                <c:v>-40.90720730725879</c:v>
              </c:pt>
              <c:pt idx="142">
                <c:v>-39.71447522895099</c:v>
              </c:pt>
              <c:pt idx="143">
                <c:v>-38.60944237407342</c:v>
              </c:pt>
              <c:pt idx="144">
                <c:v>-37.492977337485</c:v>
              </c:pt>
              <c:pt idx="145">
                <c:v>-36.46289177007211</c:v>
              </c:pt>
              <c:pt idx="146">
                <c:v>-35.64018108244013</c:v>
              </c:pt>
              <c:pt idx="147">
                <c:v>-35.09132150283966</c:v>
              </c:pt>
              <c:pt idx="148">
                <c:v>-34.83268803266177</c:v>
              </c:pt>
              <c:pt idx="149">
                <c:v>-34.85238290312925</c:v>
              </c:pt>
              <c:pt idx="150">
                <c:v>-35.125478563776404</c:v>
              </c:pt>
              <c:pt idx="151">
                <c:v>-35.62203530839264</c:v>
              </c:pt>
              <c:pt idx="152">
                <c:v>-36.3115491680741</c:v>
              </c:pt>
              <c:pt idx="153">
                <c:v>-37.16664417726413</c:v>
              </c:pt>
              <c:pt idx="154">
                <c:v>-38.167433364373586</c:v>
              </c:pt>
              <c:pt idx="155">
                <c:v>-39.306532777233016</c:v>
              </c:pt>
              <c:pt idx="156">
                <c:v>-40.59315582491336</c:v>
              </c:pt>
              <c:pt idx="157">
                <c:v>-42.05286303676974</c:v>
              </c:pt>
              <c:pt idx="158">
                <c:v>-43.7150326475204</c:v>
              </c:pt>
              <c:pt idx="159">
                <c:v>-45</c:v>
              </c:pt>
              <c:pt idx="160">
                <c:v>-45</c:v>
              </c:pt>
              <c:pt idx="161">
                <c:v>-45</c:v>
              </c:pt>
              <c:pt idx="162">
                <c:v>-45</c:v>
              </c:pt>
              <c:pt idx="163">
                <c:v>-45</c:v>
              </c:pt>
              <c:pt idx="164">
                <c:v>-44.63353229863397</c:v>
              </c:pt>
              <c:pt idx="165">
                <c:v>-42.998609479628996</c:v>
              </c:pt>
              <c:pt idx="166">
                <c:v>-41.623509203329576</c:v>
              </c:pt>
              <c:pt idx="167">
                <c:v>-40.49319830466842</c:v>
              </c:pt>
              <c:pt idx="168">
                <c:v>-39.572145053482224</c:v>
              </c:pt>
              <c:pt idx="169">
                <c:v>-38.825493209666085</c:v>
              </c:pt>
              <c:pt idx="170">
                <c:v>-38.22337541877884</c:v>
              </c:pt>
              <c:pt idx="171">
                <c:v>-37.74096285775268</c:v>
              </c:pt>
              <c:pt idx="172">
                <c:v>-37.35765353372109</c:v>
              </c:pt>
              <c:pt idx="173">
                <c:v>-37.0562675801165</c:v>
              </c:pt>
              <c:pt idx="174">
                <c:v>-36.822429972540576</c:v>
              </c:pt>
              <c:pt idx="175">
                <c:v>-36.64414123390653</c:v>
              </c:pt>
              <c:pt idx="176">
                <c:v>-36.51149733527436</c:v>
              </c:pt>
              <c:pt idx="177">
                <c:v>-36.41651808226414</c:v>
              </c:pt>
              <c:pt idx="178">
                <c:v>-36.35304987584311</c:v>
              </c:pt>
              <c:pt idx="179">
                <c:v>-36.31671620908851</c:v>
              </c:pt>
              <c:pt idx="180">
                <c:v>-36.3048960343971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-4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Power / ideal coherent reference (dB)</a:t>
                </a:r>
              </a:p>
            </c:rich>
          </c:tx>
          <c:overlay val="0"/>
        </c:title>
        <c:numFmt formatCode="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At val="-45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Signed polar cut angle (degrees)</a:t>
                </a:r>
              </a:p>
            </c:rich>
          </c:tx>
          <c:overlay val="0"/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At val="-9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04A60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plotArea>
      <c:scatterChart>
        <c:scatterStyle val="line"/>
        <c:varyColors val="0"/>
        <c:ser>
          <c:idx val="0"/>
          <c:order val="0"/>
          <c:tx>
            <c:v>Diagonal approximation</c:v>
          </c:tx>
          <c:spPr>
            <a:ln xmlns:a="http://schemas.openxmlformats.org/drawingml/2006/main" w="23813">
              <a:solidFill>
                <a:srgbClr val="087F8C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1"/>
              <c:pt idx="0">
                <c:v>-200</c:v>
              </c:pt>
              <c:pt idx="1">
                <c:v>-192</c:v>
              </c:pt>
              <c:pt idx="2">
                <c:v>-184</c:v>
              </c:pt>
              <c:pt idx="3">
                <c:v>-176</c:v>
              </c:pt>
              <c:pt idx="4">
                <c:v>-168</c:v>
              </c:pt>
              <c:pt idx="5">
                <c:v>-160</c:v>
              </c:pt>
              <c:pt idx="6">
                <c:v>-152</c:v>
              </c:pt>
              <c:pt idx="7">
                <c:v>-144</c:v>
              </c:pt>
              <c:pt idx="8">
                <c:v>-136</c:v>
              </c:pt>
              <c:pt idx="9">
                <c:v>-128</c:v>
              </c:pt>
              <c:pt idx="10">
                <c:v>-120</c:v>
              </c:pt>
              <c:pt idx="11">
                <c:v>-112</c:v>
              </c:pt>
              <c:pt idx="12">
                <c:v>-104</c:v>
              </c:pt>
              <c:pt idx="13">
                <c:v>-96</c:v>
              </c:pt>
              <c:pt idx="14">
                <c:v>-88</c:v>
              </c:pt>
              <c:pt idx="15">
                <c:v>-80</c:v>
              </c:pt>
              <c:pt idx="16">
                <c:v>-72</c:v>
              </c:pt>
              <c:pt idx="17">
                <c:v>-64</c:v>
              </c:pt>
              <c:pt idx="18">
                <c:v>-56</c:v>
              </c:pt>
              <c:pt idx="19">
                <c:v>-48</c:v>
              </c:pt>
              <c:pt idx="20">
                <c:v>-40</c:v>
              </c:pt>
              <c:pt idx="21">
                <c:v>-32</c:v>
              </c:pt>
              <c:pt idx="22">
                <c:v>-24</c:v>
              </c:pt>
              <c:pt idx="23">
                <c:v>-16</c:v>
              </c:pt>
              <c:pt idx="24">
                <c:v>-8</c:v>
              </c:pt>
              <c:pt idx="25">
                <c:v>0</c:v>
              </c:pt>
              <c:pt idx="26">
                <c:v>8</c:v>
              </c:pt>
              <c:pt idx="27">
                <c:v>16</c:v>
              </c:pt>
              <c:pt idx="28">
                <c:v>24</c:v>
              </c:pt>
              <c:pt idx="29">
                <c:v>32</c:v>
              </c:pt>
              <c:pt idx="30">
                <c:v>40</c:v>
              </c:pt>
              <c:pt idx="31">
                <c:v>48</c:v>
              </c:pt>
              <c:pt idx="32">
                <c:v>56</c:v>
              </c:pt>
              <c:pt idx="33">
                <c:v>64</c:v>
              </c:pt>
              <c:pt idx="34">
                <c:v>72</c:v>
              </c:pt>
              <c:pt idx="35">
                <c:v>80</c:v>
              </c:pt>
              <c:pt idx="36">
                <c:v>88</c:v>
              </c:pt>
              <c:pt idx="37">
                <c:v>96</c:v>
              </c:pt>
              <c:pt idx="38">
                <c:v>104</c:v>
              </c:pt>
              <c:pt idx="39">
                <c:v>112</c:v>
              </c:pt>
              <c:pt idx="40">
                <c:v>120</c:v>
              </c:pt>
              <c:pt idx="41">
                <c:v>128</c:v>
              </c:pt>
              <c:pt idx="42">
                <c:v>136</c:v>
              </c:pt>
              <c:pt idx="43">
                <c:v>144</c:v>
              </c:pt>
              <c:pt idx="44">
                <c:v>152</c:v>
              </c:pt>
              <c:pt idx="45">
                <c:v>160</c:v>
              </c:pt>
              <c:pt idx="46">
                <c:v>168</c:v>
              </c:pt>
              <c:pt idx="47">
                <c:v>176</c:v>
              </c:pt>
              <c:pt idx="48">
                <c:v>184</c:v>
              </c:pt>
              <c:pt idx="49">
                <c:v>192</c:v>
              </c:pt>
              <c:pt idx="50">
                <c:v>200</c:v>
              </c:pt>
            </c:numLit>
          </c:xVal>
          <c:yVal>
            <c:numLit>
              <c:formatCode>0.0000</c:formatCode>
              <c:ptCount val="51"/>
              <c:pt idx="0">
                <c:v>0.000347762065926656</c:v>
              </c:pt>
              <c:pt idx="1">
                <c:v>0.000377773306072525</c:v>
              </c:pt>
              <c:pt idx="2">
                <c:v>0.000411686183546654</c:v>
              </c:pt>
              <c:pt idx="3">
                <c:v>0.000450174117314396</c:v>
              </c:pt>
              <c:pt idx="4">
                <c:v>0.000494052987826752</c:v>
              </c:pt>
              <c:pt idx="5">
                <c:v>0.000544315542401338</c:v>
              </c:pt>
              <c:pt idx="6">
                <c:v>0.000602174382023815</c:v>
              </c:pt>
              <c:pt idx="7">
                <c:v>0.00066911518736239</c:v>
              </c:pt>
              <c:pt idx="8">
                <c:v>0.000746961521112765</c:v>
              </c:pt>
              <c:pt idx="9">
                <c:v>0.000837951352275896</c:v>
              </c:pt>
              <c:pt idx="10">
                <c:v>0.000944822416531627</c:v>
              </c:pt>
              <c:pt idx="11">
                <c:v>0.001070896796587</c:v>
              </c:pt>
              <c:pt idx="12">
                <c:v>0.00122014125069136</c:v>
              </c:pt>
              <c:pt idx="13">
                <c:v>0.00139715289303741</c:v>
              </c:pt>
              <c:pt idx="14">
                <c:v>0.00160697061433454</c:v>
              </c:pt>
              <c:pt idx="15">
                <c:v>0.00185453011586884</c:v>
              </c:pt>
              <c:pt idx="16">
                <c:v>0.00214346202797838</c:v>
              </c:pt>
              <c:pt idx="17">
                <c:v>0.00247381836416822</c:v>
              </c:pt>
              <c:pt idx="18">
                <c:v>0.0028383657211043</c:v>
              </c:pt>
              <c:pt idx="19">
                <c:v>0.00321769959629364</c:v>
              </c:pt>
              <c:pt idx="20">
                <c:v>0.00357615109235309</c:v>
              </c:pt>
              <c:pt idx="21">
                <c:v>0.00386304648684592</c:v>
              </c:pt>
              <c:pt idx="22">
                <c:v>0.00402447759787166</c:v>
              </c:pt>
              <c:pt idx="23">
                <c:v>0.00402447759787166</c:v>
              </c:pt>
              <c:pt idx="24">
                <c:v>0.00386304648684592</c:v>
              </c:pt>
              <c:pt idx="25">
                <c:v>0.00357615109235309</c:v>
              </c:pt>
              <c:pt idx="26">
                <c:v>0.00321769959629364</c:v>
              </c:pt>
              <c:pt idx="27">
                <c:v>0.0028383657211043</c:v>
              </c:pt>
              <c:pt idx="28">
                <c:v>0.00247381836416822</c:v>
              </c:pt>
              <c:pt idx="29">
                <c:v>0.00214346202797838</c:v>
              </c:pt>
              <c:pt idx="30">
                <c:v>0.00185453011586884</c:v>
              </c:pt>
              <c:pt idx="31">
                <c:v>0.00160697061433454</c:v>
              </c:pt>
              <c:pt idx="32">
                <c:v>0.00139715289303741</c:v>
              </c:pt>
              <c:pt idx="33">
                <c:v>0.00122014125069136</c:v>
              </c:pt>
              <c:pt idx="34">
                <c:v>0.001070896796587</c:v>
              </c:pt>
              <c:pt idx="35">
                <c:v>0.000944822416531627</c:v>
              </c:pt>
              <c:pt idx="36">
                <c:v>0.000837951352275896</c:v>
              </c:pt>
              <c:pt idx="37">
                <c:v>0.000746961521112764</c:v>
              </c:pt>
              <c:pt idx="38">
                <c:v>0.00066911518736239</c:v>
              </c:pt>
              <c:pt idx="39">
                <c:v>0.000602174382023815</c:v>
              </c:pt>
              <c:pt idx="40">
                <c:v>0.000544315542401338</c:v>
              </c:pt>
              <c:pt idx="41">
                <c:v>0.000494052987826752</c:v>
              </c:pt>
              <c:pt idx="42">
                <c:v>0.000450174117314396</c:v>
              </c:pt>
              <c:pt idx="43">
                <c:v>0.000411686183546654</c:v>
              </c:pt>
              <c:pt idx="44">
                <c:v>0.000377773306072525</c:v>
              </c:pt>
              <c:pt idx="45">
                <c:v>0.000347762065926656</c:v>
              </c:pt>
              <c:pt idx="46">
                <c:v>0.000321094085010065</c:v>
              </c:pt>
              <c:pt idx="47">
                <c:v>0.000297304198181918</c:v>
              </c:pt>
              <c:pt idx="48">
                <c:v>0.000276003063414062</c:v>
              </c:pt>
              <c:pt idx="49">
                <c:v>0.000256863278257458</c:v>
              </c:pt>
              <c:pt idx="50">
                <c:v>0.000239608262426464</c:v>
              </c:pt>
            </c:numLit>
          </c:yVal>
        </c:ser>
        <c:ser>
          <c:idx val="1"/>
          <c:order val="1"/>
          <c:tx>
            <c:v>Assumed coupled four-port</c:v>
          </c:tx>
          <c:spPr>
            <a:ln xmlns:a="http://schemas.openxmlformats.org/drawingml/2006/main" w="23813">
              <a:solidFill>
                <a:srgbClr val="D17C17"/>
              </a:solidFill>
              <a:prstDash val="solid"/>
            </a:ln>
          </c:spPr>
          <c:marker>
            <c:symbol val="none"/>
          </c:marker>
          <c:xVal>
            <c:numLit>
              <c:formatCode>General</c:formatCode>
              <c:ptCount val="51"/>
              <c:pt idx="0">
                <c:v>-200</c:v>
              </c:pt>
              <c:pt idx="1">
                <c:v>-192</c:v>
              </c:pt>
              <c:pt idx="2">
                <c:v>-184</c:v>
              </c:pt>
              <c:pt idx="3">
                <c:v>-176</c:v>
              </c:pt>
              <c:pt idx="4">
                <c:v>-168</c:v>
              </c:pt>
              <c:pt idx="5">
                <c:v>-160</c:v>
              </c:pt>
              <c:pt idx="6">
                <c:v>-152</c:v>
              </c:pt>
              <c:pt idx="7">
                <c:v>-144</c:v>
              </c:pt>
              <c:pt idx="8">
                <c:v>-136</c:v>
              </c:pt>
              <c:pt idx="9">
                <c:v>-128</c:v>
              </c:pt>
              <c:pt idx="10">
                <c:v>-120</c:v>
              </c:pt>
              <c:pt idx="11">
                <c:v>-112</c:v>
              </c:pt>
              <c:pt idx="12">
                <c:v>-104</c:v>
              </c:pt>
              <c:pt idx="13">
                <c:v>-96</c:v>
              </c:pt>
              <c:pt idx="14">
                <c:v>-88</c:v>
              </c:pt>
              <c:pt idx="15">
                <c:v>-80</c:v>
              </c:pt>
              <c:pt idx="16">
                <c:v>-72</c:v>
              </c:pt>
              <c:pt idx="17">
                <c:v>-64</c:v>
              </c:pt>
              <c:pt idx="18">
                <c:v>-56</c:v>
              </c:pt>
              <c:pt idx="19">
                <c:v>-48</c:v>
              </c:pt>
              <c:pt idx="20">
                <c:v>-40</c:v>
              </c:pt>
              <c:pt idx="21">
                <c:v>-32</c:v>
              </c:pt>
              <c:pt idx="22">
                <c:v>-24</c:v>
              </c:pt>
              <c:pt idx="23">
                <c:v>-16</c:v>
              </c:pt>
              <c:pt idx="24">
                <c:v>-8</c:v>
              </c:pt>
              <c:pt idx="25">
                <c:v>0</c:v>
              </c:pt>
              <c:pt idx="26">
                <c:v>8</c:v>
              </c:pt>
              <c:pt idx="27">
                <c:v>16</c:v>
              </c:pt>
              <c:pt idx="28">
                <c:v>24</c:v>
              </c:pt>
              <c:pt idx="29">
                <c:v>32</c:v>
              </c:pt>
              <c:pt idx="30">
                <c:v>40</c:v>
              </c:pt>
              <c:pt idx="31">
                <c:v>48</c:v>
              </c:pt>
              <c:pt idx="32">
                <c:v>56</c:v>
              </c:pt>
              <c:pt idx="33">
                <c:v>64</c:v>
              </c:pt>
              <c:pt idx="34">
                <c:v>72</c:v>
              </c:pt>
              <c:pt idx="35">
                <c:v>80</c:v>
              </c:pt>
              <c:pt idx="36">
                <c:v>88</c:v>
              </c:pt>
              <c:pt idx="37">
                <c:v>96</c:v>
              </c:pt>
              <c:pt idx="38">
                <c:v>104</c:v>
              </c:pt>
              <c:pt idx="39">
                <c:v>112</c:v>
              </c:pt>
              <c:pt idx="40">
                <c:v>120</c:v>
              </c:pt>
              <c:pt idx="41">
                <c:v>128</c:v>
              </c:pt>
              <c:pt idx="42">
                <c:v>136</c:v>
              </c:pt>
              <c:pt idx="43">
                <c:v>144</c:v>
              </c:pt>
              <c:pt idx="44">
                <c:v>152</c:v>
              </c:pt>
              <c:pt idx="45">
                <c:v>160</c:v>
              </c:pt>
              <c:pt idx="46">
                <c:v>168</c:v>
              </c:pt>
              <c:pt idx="47">
                <c:v>176</c:v>
              </c:pt>
              <c:pt idx="48">
                <c:v>184</c:v>
              </c:pt>
              <c:pt idx="49">
                <c:v>192</c:v>
              </c:pt>
              <c:pt idx="50">
                <c:v>200</c:v>
              </c:pt>
            </c:numLit>
          </c:xVal>
          <c:yVal>
            <c:numLit>
              <c:formatCode>0.0000</c:formatCode>
              <c:ptCount val="51"/>
              <c:pt idx="0">
                <c:v>0.000401558914730047</c:v>
              </c:pt>
              <c:pt idx="1">
                <c:v>0.000438041609934024</c:v>
              </c:pt>
              <c:pt idx="2">
                <c:v>0.000479413620428322</c:v>
              </c:pt>
              <c:pt idx="3">
                <c:v>0.000526516250583989</c:v>
              </c:pt>
              <c:pt idx="4">
                <c:v>0.00058035755721878</c:v>
              </c:pt>
              <c:pt idx="5">
                <c:v>0.000642144789491482</c:v>
              </c:pt>
              <c:pt idx="6">
                <c:v>0.000713319795985927</c:v>
              </c:pt>
              <c:pt idx="7">
                <c:v>0.000795594153548571</c:v>
              </c:pt>
              <c:pt idx="8">
                <c:v>0.000890976910269729</c:v>
              </c:pt>
              <c:pt idx="9">
                <c:v>0.00100178090121644</c:v>
              </c:pt>
              <c:pt idx="10">
                <c:v>0.00113058172308551</c:v>
              </c:pt>
              <c:pt idx="11">
                <c:v>0.00128008433991916</c:v>
              </c:pt>
              <c:pt idx="12">
                <c:v>0.00145282435348795</c:v>
              </c:pt>
              <c:pt idx="13">
                <c:v>0.00165059706231528</c:v>
              </c:pt>
              <c:pt idx="14">
                <c:v>0.00187348374460528</c:v>
              </c:pt>
              <c:pt idx="15">
                <c:v>0.00211837644759934</c:v>
              </c:pt>
              <c:pt idx="16">
                <c:v>0.00237707862586346</c:v>
              </c:pt>
              <c:pt idx="17">
                <c:v>0.00263448460674525</c:v>
              </c:pt>
              <c:pt idx="18">
                <c:v>0.00286799199447837</c:v>
              </c:pt>
              <c:pt idx="19">
                <c:v>0.00304974836337716</c:v>
              </c:pt>
              <c:pt idx="20">
                <c:v>0.00315268486109795</c:v>
              </c:pt>
              <c:pt idx="21">
                <c:v>0.00315901095942522</c:v>
              </c:pt>
              <c:pt idx="22">
                <c:v>0.00306714413077952</c:v>
              </c:pt>
              <c:pt idx="23">
                <c:v>0.00289266932489059</c:v>
              </c:pt>
              <c:pt idx="24">
                <c:v>0.00266232789445762</c:v>
              </c:pt>
              <c:pt idx="25">
                <c:v>0.00240483391578731</c:v>
              </c:pt>
              <c:pt idx="26">
                <c:v>0.00214385138240034</c:v>
              </c:pt>
              <c:pt idx="27">
                <c:v>0.001895420108557</c:v>
              </c:pt>
              <c:pt idx="28">
                <c:v>0.00166854731867887</c:v>
              </c:pt>
              <c:pt idx="29">
                <c:v>0.00146695627063177</c:v>
              </c:pt>
              <c:pt idx="30">
                <c:v>0.00129091331109815</c:v>
              </c:pt>
              <c:pt idx="31">
                <c:v>0.00113873565584458</c:v>
              </c:pt>
              <c:pt idx="32">
                <c:v>0.0010078564062914</c:v>
              </c:pt>
              <c:pt idx="33">
                <c:v>0.00089547755904498</c:v>
              </c:pt>
              <c:pt idx="34">
                <c:v>0.000798918391171039</c:v>
              </c:pt>
              <c:pt idx="35">
                <c:v>0.000715771567911561</c:v>
              </c:pt>
              <c:pt idx="36">
                <c:v>0.000643951267710034</c:v>
              </c:pt>
              <c:pt idx="37">
                <c:v>0.000581686732162787</c:v>
              </c:pt>
              <c:pt idx="38">
                <c:v>0.000527491777524389</c:v>
              </c:pt>
              <c:pt idx="39">
                <c:v>0.000480126445563511</c:v>
              </c:pt>
              <c:pt idx="40">
                <c:v>0.000438558725780126</c:v>
              </c:pt>
              <c:pt idx="41">
                <c:v>0.000401929816432739</c:v>
              </c:pt>
              <c:pt idx="42">
                <c:v>0.000369524095059383</c:v>
              </c:pt>
              <c:pt idx="43">
                <c:v>0.000340743858560681</c:v>
              </c:pt>
              <c:pt idx="44">
                <c:v>0.000315088408090861</c:v>
              </c:pt>
              <c:pt idx="45">
                <c:v>0.000292136886860278</c:v>
              </c:pt>
              <c:pt idx="46">
                <c:v>0.000271534264597093</c:v>
              </c:pt>
              <c:pt idx="47">
                <c:v>0.000252979914847404</c:v>
              </c:pt>
              <c:pt idx="48">
                <c:v>0.000236218307090078</c:v>
              </c:pt>
              <c:pt idx="49">
                <c:v>0.000221031413950392</c:v>
              </c:pt>
              <c:pt idx="50">
                <c:v>0.000207232505477742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E1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|H| squared (arbitrary circuit units)</a:t>
                </a:r>
              </a:p>
            </c:rich>
          </c:tx>
          <c:overlay val="0"/>
        </c:title>
        <c:numFmt formatCode="0.00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Common load reactance (ohm)</a:t>
                </a:r>
              </a:p>
            </c:rich>
          </c:tx>
          <c:overlay val="0"/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</a:p>
        </c:txPr>
        <c:crossAx val="48672768"/>
        <c:crossesAt val="-2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304A60"/>
              </a:solidFill>
              <a:latin typeface="Aptos"/>
              <a:ea typeface="Aptos"/>
              <a:cs typeface="Aptos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536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7AE72F-479F-4CDF-A017-BB592C4F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10763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defPPr>
            <a:lvl1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  <a:lvl2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2pPr>
            <a:lvl3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3pPr>
            <a:lvl4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4pPr>
            <a:lvl5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5pPr>
            <a:lvl6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6pPr>
            <a:lvl7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7pPr>
            <a:lvl8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8pPr>
            <a:lvl9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Hardware-aware RIS</a:t>
            </a:r>
          </a:p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beam steering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ACAE6-05C3-468B-8EEA-768DB44C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defPPr>
            <a:lvl1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1pPr>
            <a:lvl2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2pPr>
            <a:lvl3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3pPr>
            <a:lvl4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4pPr>
            <a:lvl5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5pPr>
            <a:lvl6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6pPr>
            <a:lvl7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7pPr>
            <a:lvl8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8pPr>
            <a:lvl9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2400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Scientific validation and CST diagnostics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96158-7BF8-4CF1-912D-0C4D1BE5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28637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defPPr>
            <a:lvl1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1pPr>
            <a:lvl2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2pPr>
            <a:lvl3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3pPr>
            <a:lvl4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4pPr>
            <a:lvl5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5pPr>
            <a:lvl6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6pPr>
            <a:lvl7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7pPr>
            <a:lvl8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8pPr>
            <a:lvl9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Abdulrahman</a:t>
            </a:r>
          </a:p>
          <a:p xmlns:a="http://schemas.openxmlformats.org/drawingml/2006/main">
            <a:pPr>
              <a:defRPr sz="1875" b="0">
                <a:solidFill>
                  <a:srgbClr val="DDE8EE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DE8EE"/>
                </a:solidFill>
                <a:latin typeface="Aptos"/>
                <a:ea typeface="Aptos"/>
                <a:cs typeface="Aptos"/>
              </a:rPr>
              <a:t>23 October 2026</a:t>
            </a:r>
          </a:p>
        </p:txBody>
      </p:sp>
    </p:spTree>
    <p:extLst>
      <p:ext uri="{BB962C8B-B14F-4D97-AF65-F5344CB8AC3E}">
        <p14:creationId xmlns:p14="http://schemas.microsoft.com/office/powerpoint/2010/main" val="15048466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7E6D45-A368-4AC4-B85D-9357CD922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Research scope and evidence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BA07D3-9326-4A8C-94BC-BA35F2780E6A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3714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29250"/>
                <a:gridCol w="56197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Analysis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Current status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Reproducible MATLAB array model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15 tests pass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Actual CST unit-cell diagnostics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16 completed runs, including backing tests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Paper Figure 2 reproduction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Current model does not establish a match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Four-port impedance extension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Illustrative assumed circuit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Finite-array CST RCS and measurements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Not demonstrated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3114F8-913C-4257-8C50-039FFAC5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7687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The array factor isolates reflection-state effects. Full-wave structural scattering remains a separate physical question.</a:t>
            </a:r>
          </a:p>
        </p:txBody>
      </p:sp>
    </p:spTree>
    <p:extLst>
      <p:ext uri="{BB962C8B-B14F-4D97-AF65-F5344CB8AC3E}">
        <p14:creationId xmlns:p14="http://schemas.microsoft.com/office/powerpoint/2010/main" val="20331964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595DF4-E735-404E-80A2-D8FBBC8A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Actual CST geometry views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EB2869-961F-45EC-A56C-2CA5DD93D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0f4fe39e5d48d9"/>
          <a:stretch xmlns:a="http://schemas.openxmlformats.org/drawingml/2006/main"/>
        </p:blipFill>
        <p:spPr>
          <a:xfrm xmlns:a="http://schemas.openxmlformats.org/drawingml/2006/main">
            <a:off x="523875" y="1364116"/>
            <a:ext cx="5381625" cy="3844018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F2154-49EF-4E5E-9F1F-982889AC70E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382bd2c7b4da1"/>
          <a:stretch xmlns:a="http://schemas.openxmlformats.org/drawingml/2006/main"/>
        </p:blipFill>
        <p:spPr>
          <a:xfrm xmlns:a="http://schemas.openxmlformats.org/drawingml/2006/main">
            <a:off x="6238875" y="1364116"/>
            <a:ext cx="5381625" cy="3844018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73FE61-E2D2-427D-B53F-16ED01E0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Connected diagnostic: native perspective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D9F517-B06F-411A-AA62-85AB6F86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523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Original topology: native XY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48A587-7DC9-4728-A0CA-572497005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007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5.35-mm cell, 0.5-mm substrate, central lumped load and backplane. Added overlaps are diagnostic assumptions.</a:t>
            </a:r>
          </a:p>
        </p:txBody>
      </p:sp>
    </p:spTree>
    <p:extLst>
      <p:ext uri="{BB962C8B-B14F-4D97-AF65-F5344CB8AC3E}">
        <p14:creationId xmlns:p14="http://schemas.microsoft.com/office/powerpoint/2010/main" val="427587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4D216-69D3-4DC2-9EBF-EAFA43F0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Source dimensions and unresolved assumptions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1A0182-9452-46B3-A19A-1706291CD851}"/>
              </a:ext>
            </a:extLst>
          </p:cNvPr>
          <p:cNvGraphicFramePr/>
          <p:nvPr/>
        </p:nvGraphicFramePr>
        <p:xfrm>
          <a:off xmlns:a="http://schemas.openxmlformats.org/drawingml/2006/main" x="571500" y="1333500"/>
          <a:ext xmlns:a="http://schemas.openxmlformats.org/drawingml/2006/main" cx="11049000" cy="40481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476500"/>
                <a:gridCol w="3905250"/>
                <a:gridCol w="4667250"/>
              </a:tblGrid>
              <a:tr h="578304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Quantity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Implemented value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Qualification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GL / pitch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5.35 mm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Periodic square cell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PL / PW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3.5 / 2.8 mm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Y extent / combined X extent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GW / SW / SL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0.3 / 2.0 / 0.4 mm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Gap and slot mapping provisional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Substrate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0.5 mm, eps_r 2.2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Constant loss tangent 0.0009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Copper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35 micrometres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Bulk material model warning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8304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Diode and ground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Lumped RLC + backplane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Exact model not calibrated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DDBCEE-17EC-4543-AF0B-8702EB28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The original diode lands meet the arms at zero-area XY corners. Controlled tests assess the consequence.</a:t>
            </a:r>
          </a:p>
        </p:txBody>
      </p:sp>
    </p:spTree>
    <p:extLst>
      <p:ext uri="{BB962C8B-B14F-4D97-AF65-F5344CB8AC3E}">
        <p14:creationId xmlns:p14="http://schemas.microsoft.com/office/powerpoint/2010/main" val="81630531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A3DA17-1282-4A00-BCDF-87E759EF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Open / short sensitivity depends on the mode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BD43C5F9-0F28-4D22-A84B-7FCE8CD1E4E5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992307990a648d3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7FC0DB-5CF0-437B-972E-3F569927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102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26.168 GHz, R = 0.001 versus 1e9 ohm, L = C = 0. Initial meshes. Added connections alone do not recover the published phase separation.</a:t>
            </a:r>
          </a:p>
        </p:txBody>
      </p:sp>
    </p:spTree>
    <p:extLst>
      <p:ext uri="{BB962C8B-B14F-4D97-AF65-F5344CB8AC3E}">
        <p14:creationId xmlns:p14="http://schemas.microsoft.com/office/powerpoint/2010/main" val="12282080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FCDC0-AA31-43F8-868D-842F4424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Numerical correctness and power checks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C379B9-AEBD-4215-AF96-EAB0E630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57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A8321D-D125-47C6-A503-63351C81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304A60"/>
                </a:solidFill>
                <a:latin typeface="Aptos"/>
                <a:ea typeface="Aptos"/>
                <a:cs typeface="Aptos"/>
              </a:rPr>
              <a:t>MATLAB tests pass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DB8C60-418A-4B6F-86FA-BF85C7999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509587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Exact zero-noise difference: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Every configuration: 400 complex coefficients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Complex interpolation and passivity screening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5CD8EA-1AF9-430E-941D-BA75210F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192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CST export checks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CD35B-9FCA-4912-907D-09758C306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571750"/>
            <a:ext cx="46672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Power-balance residual below 7.3e-7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V - ZI relative residual below 3e-16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These checks do not certify mesh independence</a:t>
            </a:r>
          </a:p>
        </p:txBody>
      </p:sp>
    </p:spTree>
    <p:extLst>
      <p:ext uri="{BB962C8B-B14F-4D97-AF65-F5344CB8AC3E}">
        <p14:creationId xmlns:p14="http://schemas.microsoft.com/office/powerpoint/2010/main" val="17053371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C0A30-D122-4F74-ABCA-B57E9878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Paper reflection data remain distinct from CST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49FFB95D-6D63-47CB-8828-34E1A3701FAA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c040b0800c4c31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CA4517-3664-4F2A-8229-0D5D2EC4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Figure 2 digitization: about 0.964 at 35 deg and 0.752 at -131 deg at 26.168 GHz. Estimated raster resolution: 0.004 magnitude and 2 deg.</a:t>
            </a:r>
          </a:p>
        </p:txBody>
      </p:sp>
    </p:spTree>
    <p:extLst>
      <p:ext uri="{BB962C8B-B14F-4D97-AF65-F5344CB8AC3E}">
        <p14:creationId xmlns:p14="http://schemas.microsoft.com/office/powerpoint/2010/main" val="1352964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314E57-2346-4350-A852-D807772E1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Common normalization exposes binary mirror beams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079F8485-9A4F-44D8-9791-8C16C4CE7BF5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27644419a043f6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BB8BCC-0D93-4B26-A010-1C379E19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905500"/>
            <a:ext cx="10858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20 x 20, pitch 5.35 mm, 26.168 GHz. Target polar 25 / azimuth 15 deg. The competing lobe is nearly as strong as the requested beam.</a:t>
            </a:r>
          </a:p>
        </p:txBody>
      </p:sp>
    </p:spTree>
    <p:extLst>
      <p:ext uri="{BB962C8B-B14F-4D97-AF65-F5344CB8AC3E}">
        <p14:creationId xmlns:p14="http://schemas.microsoft.com/office/powerpoint/2010/main" val="19269641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683DC6-5507-406D-AA71-4E19AC2FB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Target power and strongest lobe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902BAE-51EA-4C1C-94DD-011EBACF6C6F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000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76875"/>
                <a:gridCol w="1714500"/>
                <a:gridCol w="1714500"/>
                <a:gridCol w="214312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Input / control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Target (dB)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Peak (dB)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Pointing error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ideal continuous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0.000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ideal binary fixed reference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-3.930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-3.925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0.120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hardware fixed reference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-5.313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-5.312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0.026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hardware optimized reference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-5.302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-5.300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0.073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Strict CST mode 1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-58.727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-0.103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25.000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Strict CST mode 2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-27.273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-0.037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25.000 deg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F2304D-341C-415E-B0D2-2C90F46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715000"/>
            <a:ext cx="1085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Paper-state patterns retain a competing beam. Both strict CST state pairs favor broadside. Physical model validation remains provisional.</a:t>
            </a:r>
          </a:p>
        </p:txBody>
      </p:sp>
    </p:spTree>
    <p:extLst>
      <p:ext uri="{BB962C8B-B14F-4D97-AF65-F5344CB8AC3E}">
        <p14:creationId xmlns:p14="http://schemas.microsoft.com/office/powerpoint/2010/main" val="16576600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7DF9C-E5FC-411A-901C-9F0A53C40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Coupled impedance example</a:t>
            </a:r>
          </a:p>
        </p:txBody>
      </p:sp>
      <p:graphicFrame>
        <p:nvGraphicFramePr>
          <p:cNvPr id="2" name="Chart">
            <a:extLst xmlns:a="http://schemas.openxmlformats.org/drawingml/2006/main">
              <a:ext uri="{FF2B5EF4-FFF2-40B4-BE49-F238E27FC236}">
                <a16:creationId xmlns:a16="http://schemas.microsoft.com/office/drawing/2014/main" id="{65EE8B42-A134-4B28-BD17-A8D10BA19B1B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4333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3e3ee8c568f473a"/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2475DA-9039-4017-A5C8-35258CE3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5787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Assumed reciprocal passive circuit. The matched-load term can remain nonzero at zero load reflection coefficient. No physical RIS scattering level follows from this example.</a:t>
            </a:r>
          </a:p>
        </p:txBody>
      </p:sp>
    </p:spTree>
    <p:extLst>
      <p:ext uri="{BB962C8B-B14F-4D97-AF65-F5344CB8AC3E}">
        <p14:creationId xmlns:p14="http://schemas.microsoft.com/office/powerpoint/2010/main" val="2856535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2C8B58-5CB7-429E-B81C-BBE91DF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Convergence and remaining physical gates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CBD872-11CD-449E-A716-D2B71A732D63}"/>
              </a:ext>
            </a:extLst>
          </p:cNvPr>
          <p:cNvGraphicFramePr/>
          <p:nvPr/>
        </p:nvGraphicFramePr>
        <p:xfrm>
          <a:off xmlns:a="http://schemas.openxmlformats.org/drawingml/2006/main" x="571500" y="1381125"/>
          <a:ext xmlns:a="http://schemas.openxmlformats.org/drawingml/2006/main" cx="110490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619750"/>
                <a:gridCol w="1619250"/>
                <a:gridCol w="1333500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Saved run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Tetrahedra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Passes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ptos"/>
                          <a:ea typeface="Aptos"/>
                          <a:cs typeface="Aptos"/>
                        </a:rPr>
                        <a:t>Final all-S change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T w="9525">
                      <a:solidFill>
                        <a:srgbClr val="D6E1E8"/>
                      </a:solidFill>
                      <a:prstDash val="solid"/>
                    </a:lnT>
                    <a:lnB w="9525">
                      <a:solidFill>
                        <a:srgbClr val="D6E1E8"/>
                      </a:solidFill>
                      <a:prstDash val="solid"/>
                    </a:lnB>
                    <a:solidFill>
                      <a:srgbClr val="15364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D007_original_ON_refine8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35643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8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0.005665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D008_original_OFF_refine8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6232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0.01139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D009_ON_strict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46198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0.003859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D010_OFF_strict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6E1E8"/>
                      </a:solidFill>
                      <a:prstDash val="solid"/>
                    </a:lnL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47811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304A60"/>
                          </a:solidFill>
                          <a:latin typeface="Aptos"/>
                          <a:ea typeface="Aptos"/>
                          <a:cs typeface="Aptos"/>
                        </a:rPr>
                        <a:t>0.003836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6E1E8"/>
                      </a:solidFill>
                      <a:prstDash val="solid"/>
                    </a:lnR>
                    <a:lnB w="9525">
                      <a:solidFill>
                        <a:srgbClr val="D6E1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87DBBD-A1F7-4B11-B15E-457F59D77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Both strict runs meet two successive complex changes below 0.005. Derived phase-change bounds stay below 0.224 deg. Eight direct band frequencies use coarse meshes. Ground removal gives 88.70 deg mode-2 separation with strong transmission; neither reproduces the paper.</a:t>
            </a:r>
          </a:p>
        </p:txBody>
      </p:sp>
    </p:spTree>
    <p:extLst>
      <p:ext uri="{BB962C8B-B14F-4D97-AF65-F5344CB8AC3E}">
        <p14:creationId xmlns:p14="http://schemas.microsoft.com/office/powerpoint/2010/main" val="1365357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9A965-728A-4F9C-B452-151280D2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3375"/>
            <a:ext cx="1104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30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Research conclusions and presentation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81EAD6-4B64-4282-A72F-A39FA3D57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Supported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B77ED0-FFF8-4256-AD5A-B9FD3AC8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Reproducible array-factor comparisons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Corrected metrics and uncertainty identity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16 CST load, mesh and backing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27B68-BFC5-4E11-8E4B-1F4648A1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2875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defPPr>
            <a:lvl1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1pPr>
            <a:lvl2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2pPr>
            <a:lvl3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3pPr>
            <a:lvl4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4pPr>
            <a:lvl5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5pPr>
            <a:lvl6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6pPr>
            <a:lvl7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7pPr>
            <a:lvl8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8pPr>
            <a:lvl9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5364D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5364D"/>
                </a:solidFill>
                <a:latin typeface="Aptos"/>
                <a:ea typeface="Aptos"/>
                <a:cs typeface="Aptos"/>
              </a:rPr>
              <a:t>Unresolved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652F7-D828-4796-A31E-B497390A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38375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defPPr>
            <a:lvl1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1pPr>
            <a:lvl2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2pPr>
            <a:lvl3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3pPr>
            <a:lvl4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4pPr>
            <a:lvl5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5pPr>
            <a:lvl6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6pPr>
            <a:lvl7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7pPr>
            <a:lvl8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8pPr>
            <a:lvl9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Faithful broadband paper reproduction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Calibrated exact diode and source geometry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304A60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304A60"/>
                </a:solidFill>
                <a:latin typeface="Aptos"/>
                <a:ea typeface="Aptos"/>
                <a:cs typeface="Aptos"/>
              </a:rPr>
              <a:t>Finite-array RCS and structural scattering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FD81C9-C7DD-4F3B-B5F9-470495738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10858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defPPr>
            <a:lvl1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1pPr>
            <a:lvl2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2pPr>
            <a:lvl3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3pPr>
            <a:lvl4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4pPr>
            <a:lvl5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5pPr>
            <a:lvl6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6pPr>
            <a:lvl7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7pPr>
            <a:lvl8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8pPr>
            <a:lvl9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87F8C"/>
                </a:solidFill>
                <a:latin typeface="Aptos"/>
                <a:ea typeface="Aptos"/>
                <a:cs typeface="Aptos"/>
              </a:rPr>
              <a:t>The contribution is a traceable computational investigation with explicit limits on every hardware claim.</a:t>
            </a:r>
          </a:p>
        </p:txBody>
      </p:sp>
    </p:spTree>
    <p:extLst>
      <p:ext uri="{BB962C8B-B14F-4D97-AF65-F5344CB8AC3E}">
        <p14:creationId xmlns:p14="http://schemas.microsoft.com/office/powerpoint/2010/main" val="1062086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2026-10-23T17:35:24.8390000Z</dcterms:created>
  <dcterms:modified xsi:type="dcterms:W3CDTF">2026-10-23T17:35:24.8390000Z</dcterms:modified>
</coreProperties>
</file>